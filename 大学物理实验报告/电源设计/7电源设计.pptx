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7"/>
  </p:notesMasterIdLst>
  <p:handoutMasterIdLst>
    <p:handoutMasterId r:id="rId28"/>
  </p:handoutMasterIdLst>
  <p:sldIdLst>
    <p:sldId id="390" r:id="rId2"/>
    <p:sldId id="548" r:id="rId3"/>
    <p:sldId id="593" r:id="rId4"/>
    <p:sldId id="549" r:id="rId5"/>
    <p:sldId id="550" r:id="rId6"/>
    <p:sldId id="551" r:id="rId7"/>
    <p:sldId id="552" r:id="rId8"/>
    <p:sldId id="555" r:id="rId9"/>
    <p:sldId id="556" r:id="rId10"/>
    <p:sldId id="575" r:id="rId11"/>
    <p:sldId id="576" r:id="rId12"/>
    <p:sldId id="577" r:id="rId13"/>
    <p:sldId id="578" r:id="rId14"/>
    <p:sldId id="579" r:id="rId15"/>
    <p:sldId id="580" r:id="rId16"/>
    <p:sldId id="581" r:id="rId17"/>
    <p:sldId id="582" r:id="rId18"/>
    <p:sldId id="586" r:id="rId19"/>
    <p:sldId id="594" r:id="rId20"/>
    <p:sldId id="595" r:id="rId21"/>
    <p:sldId id="596" r:id="rId22"/>
    <p:sldId id="597" r:id="rId23"/>
    <p:sldId id="598" r:id="rId24"/>
    <p:sldId id="599" r:id="rId25"/>
    <p:sldId id="266" r:id="rId26"/>
  </p:sldIdLst>
  <p:sldSz cx="9144000" cy="6858000" type="screen4x3"/>
  <p:notesSz cx="6858000" cy="9144000"/>
  <p:defaultTextStyle>
    <a:defPPr>
      <a:defRPr lang="zh-CN"/>
    </a:defPPr>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Arial" panose="020B0604020202020204" pitchFamily="34" charset="0"/>
        <a:ea typeface="华文中宋" panose="0201060004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Arial" panose="020B0604020202020204" pitchFamily="34" charset="0"/>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Arial" panose="020B0604020202020204" pitchFamily="34" charset="0"/>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Arial" panose="020B0604020202020204" pitchFamily="34" charset="0"/>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Arial" panose="020B0604020202020204" pitchFamily="34" charset="0"/>
        <a:ea typeface="华文中宋" panose="0201060004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Arial" panose="020B0604020202020204" pitchFamily="34" charset="0"/>
        <a:ea typeface="华文中宋" panose="0201060004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Arial" panose="020B0604020202020204" pitchFamily="34" charset="0"/>
        <a:ea typeface="华文中宋" panose="0201060004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Arial" panose="020B0604020202020204" pitchFamily="34" charset="0"/>
        <a:ea typeface="华文中宋" panose="0201060004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Arial" panose="020B0604020202020204" pitchFamily="34" charset="0"/>
        <a:ea typeface="华文中宋" panose="02010600040101010101" pitchFamily="2" charset="-122"/>
        <a:cs typeface="+mn-cs"/>
      </a:defRPr>
    </a:lvl9pPr>
  </p:defaultTextStyle>
  <p:extLst>
    <p:ext uri="{EFAFB233-063F-42B5-8137-9DF3F51BA10A}">
      <p15:sldGuideLst xmlns:p15="http://schemas.microsoft.com/office/powerpoint/2012/main">
        <p15:guide id="1" orient="horz" pos="2157" userDrawn="1">
          <p15:clr>
            <a:srgbClr val="A4A3A4"/>
          </p15:clr>
        </p15:guide>
        <p15:guide id="2" pos="286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3300"/>
    <a:srgbClr val="006666"/>
    <a:srgbClr val="FF0000"/>
    <a:srgbClr val="FF0066"/>
    <a:srgbClr val="006600"/>
    <a:srgbClr val="66FF99"/>
    <a:srgbClr val="CB6F13"/>
    <a:srgbClr val="FF99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011"/>
    <p:restoredTop sz="83967"/>
  </p:normalViewPr>
  <p:slideViewPr>
    <p:cSldViewPr snapToObjects="1" showGuides="1">
      <p:cViewPr varScale="1">
        <p:scale>
          <a:sx n="113" d="100"/>
          <a:sy n="113" d="100"/>
        </p:scale>
        <p:origin x="1362" y="108"/>
      </p:cViewPr>
      <p:guideLst>
        <p:guide orient="horz" pos="2157"/>
        <p:guide pos="2868"/>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62178"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eaLnBrk="1" hangingPunct="1">
              <a:defRPr sz="120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62179" name="Rectangle 3"/>
          <p:cNvSpPr>
            <a:spLocks noGrp="1" noChangeArrowheads="1"/>
          </p:cNvSpPr>
          <p:nvPr>
            <p:ph type="dt" sz="quarter"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1" hangingPunct="1">
              <a:defRPr sz="1200">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62180" name="Rectangle 4"/>
          <p:cNvSpPr>
            <a:spLocks noGrp="1" noChangeArrowheads="1"/>
          </p:cNvSpPr>
          <p:nvPr>
            <p:ph type="ftr" sz="quarter" idx="2"/>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eaLnBrk="1" hangingPunct="1">
              <a:defRPr sz="120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62181" name="Rectangle 5"/>
          <p:cNvSpPr>
            <a:spLocks noGrp="1" noChangeArrowheads="1"/>
          </p:cNvSpPr>
          <p:nvPr>
            <p:ph type="sldNum" sz="quarter" idx="3"/>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eaLnBrk="1" hangingPunct="1">
              <a:defRPr sz="1200">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7178E782-DC13-4BDF-A8CC-8F589FC8D7FA}" type="slidenum">
              <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a:t>
            </a:fld>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eaLnBrk="1" hangingPunct="1">
              <a:defRPr sz="120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华文中宋" panose="02010600040101010101" pitchFamily="2" charset="-122"/>
              <a:cs typeface="+mn-cs"/>
            </a:endParaRPr>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eaLnBrk="1" hangingPunct="1">
              <a:defRPr sz="1200"/>
            </a:lvl1pPr>
          </a:lstStyle>
          <a:p>
            <a:pPr marL="0" marR="0" lvl="0" indent="0" algn="r" defTabSz="914400" rtl="0" eaLnBrk="1" fontAlgn="base" latinLnBrk="0" hangingPunct="1">
              <a:lnSpc>
                <a:spcPct val="100000"/>
              </a:lnSpc>
              <a:spcBef>
                <a:spcPct val="0"/>
              </a:spcBef>
              <a:spcAft>
                <a:spcPct val="0"/>
              </a:spcAft>
              <a:buClrTx/>
              <a:buSzTx/>
              <a:buFontTx/>
              <a:buNone/>
              <a:defRPr/>
            </a:pPr>
            <a:fld id="{5DC6ED9D-1835-46E8-8A72-E58DA9C2C6B2}" type="datetimeFigureOut">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华文中宋" panose="02010600040101010101" pitchFamily="2" charset="-122"/>
                <a:cs typeface="+mn-cs"/>
              </a:rPr>
              <a:t>2026/5/20</a:t>
            </a:fld>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华文中宋" panose="02010600040101010101" pitchFamily="2" charset="-122"/>
              <a:cs typeface="+mn-cs"/>
            </a:endParaRPr>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mn-cs"/>
              </a:rPr>
              <a:t>单击此处编辑母版文本样式</a:t>
            </a: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mn-cs"/>
              </a:rPr>
              <a:t>第二级</a:t>
            </a: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mn-cs"/>
              </a:rPr>
              <a:t>第三级</a:t>
            </a: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mn-cs"/>
              </a:rPr>
              <a:t>第四级</a:t>
            </a: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mn-cs"/>
              </a:rPr>
              <a:t>第五级</a:t>
            </a:r>
          </a:p>
        </p:txBody>
      </p:sp>
      <p:sp>
        <p:nvSpPr>
          <p:cNvPr id="6" name="页脚占位符 5"/>
          <p:cNvSpPr>
            <a:spLocks noGrp="1"/>
          </p:cNvSpPr>
          <p:nvPr>
            <p:ph type="ftr" sz="quarter" idx="4"/>
          </p:nvPr>
        </p:nvSpPr>
        <p:spPr>
          <a:xfrm>
            <a:off x="0" y="8685213"/>
            <a:ext cx="2971800" cy="458788"/>
          </a:xfrm>
          <a:prstGeom prst="rect">
            <a:avLst/>
          </a:prstGeom>
        </p:spPr>
        <p:txBody>
          <a:bodyPr vert="horz" lIns="91440" tIns="45720" rIns="91440" bIns="45720" rtlCol="0" anchor="b"/>
          <a:lstStyle>
            <a:lvl1pPr algn="l" eaLnBrk="1" hangingPunct="1">
              <a:defRPr sz="120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华文中宋" panose="02010600040101010101" pitchFamily="2" charset="-122"/>
              <a:cs typeface="+mn-cs"/>
            </a:endParaRPr>
          </a:p>
        </p:txBody>
      </p:sp>
      <p:sp>
        <p:nvSpPr>
          <p:cNvPr id="7" name="灯片编号占位符 6"/>
          <p:cNvSpPr>
            <a:spLocks noGrp="1"/>
          </p:cNvSpPr>
          <p:nvPr>
            <p:ph type="sldNum" sz="quarter" idx="5"/>
          </p:nvPr>
        </p:nvSpPr>
        <p:spPr>
          <a:xfrm>
            <a:off x="3884613" y="8685213"/>
            <a:ext cx="2971800" cy="458788"/>
          </a:xfrm>
          <a:prstGeom prst="rect">
            <a:avLst/>
          </a:prstGeom>
        </p:spPr>
        <p:txBody>
          <a:bodyPr vert="horz" lIns="91440" tIns="45720" rIns="91440" bIns="45720" rtlCol="0" anchor="b"/>
          <a:lstStyle>
            <a:lvl1pPr algn="r" eaLnBrk="1" hangingPunct="1">
              <a:defRPr sz="1200"/>
            </a:lvl1pPr>
          </a:lstStyle>
          <a:p>
            <a:pPr marL="0" marR="0" lvl="0" indent="0" algn="r" defTabSz="914400" rtl="0" eaLnBrk="1" fontAlgn="base" latinLnBrk="0" hangingPunct="1">
              <a:lnSpc>
                <a:spcPct val="100000"/>
              </a:lnSpc>
              <a:spcBef>
                <a:spcPct val="0"/>
              </a:spcBef>
              <a:spcAft>
                <a:spcPct val="0"/>
              </a:spcAft>
              <a:buClrTx/>
              <a:buSzTx/>
              <a:buFontTx/>
              <a:buNone/>
              <a:defRPr/>
            </a:pPr>
            <a:fld id="{B1F0B8EC-36DE-4C93-95D8-14BC39546472}" type="slidenum">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华文中宋" panose="02010600040101010101" pitchFamily="2" charset="-122"/>
                <a:cs typeface="+mn-cs"/>
              </a:rPr>
              <a:t>‹#›</a:t>
            </a:fld>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华文中宋" panose="02010600040101010101" pitchFamily="2" charset="-122"/>
              <a:cs typeface="+mn-cs"/>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幻灯片图像占位符 1"/>
          <p:cNvSpPr>
            <a:spLocks noGrp="1" noRot="1" noChangeAspect="1" noTextEdit="1"/>
          </p:cNvSpPr>
          <p:nvPr>
            <p:ph type="sldImg"/>
          </p:nvPr>
        </p:nvSpPr>
        <p:spPr>
          <a:ln>
            <a:solidFill>
              <a:srgbClr val="000000">
                <a:alpha val="100000"/>
              </a:srgbClr>
            </a:solidFill>
            <a:miter lim="800000"/>
          </a:ln>
        </p:spPr>
      </p:sp>
      <p:sp>
        <p:nvSpPr>
          <p:cNvPr id="7171" name="备注占位符 2"/>
          <p:cNvSpPr>
            <a:spLocks noGrp="1"/>
          </p:cNvSpPr>
          <p:nvPr>
            <p:ph type="body" idx="1"/>
          </p:nvPr>
        </p:nvSpPr>
        <p:spPr>
          <a:noFill/>
          <a:ln>
            <a:noFill/>
          </a:ln>
        </p:spPr>
        <p:txBody>
          <a:bodyPr wrap="square" lIns="91440" tIns="45720" rIns="91440" bIns="45720" anchor="t" anchorCtr="0"/>
          <a:lstStyle/>
          <a:p>
            <a:pPr lvl="0"/>
            <a:r>
              <a:rPr lang="zh-CN" altLang="en-US" dirty="0"/>
              <a:t>交流电的优点主要表现在发电和配电方面：</a:t>
            </a:r>
            <a:endParaRPr lang="en-US" altLang="zh-CN" dirty="0"/>
          </a:p>
          <a:p>
            <a:pPr lvl="0"/>
            <a:r>
              <a:rPr lang="zh-CN" altLang="en-US" dirty="0"/>
              <a:t>利用建立在电磁感应原理基础上的交流发电机可以很经济方便地把机械能（水流能、风能</a:t>
            </a:r>
            <a:r>
              <a:rPr lang="en-US" altLang="zh-CN" dirty="0"/>
              <a:t>……</a:t>
            </a:r>
            <a:r>
              <a:rPr lang="zh-CN" altLang="en-US" dirty="0"/>
              <a:t>）、化学能（石油、天然气</a:t>
            </a:r>
            <a:r>
              <a:rPr lang="en-US" altLang="zh-CN" dirty="0"/>
              <a:t>……</a:t>
            </a:r>
            <a:r>
              <a:rPr lang="zh-CN" altLang="en-US" dirty="0"/>
              <a:t>）等其他形式的能转化为电能；</a:t>
            </a:r>
            <a:endParaRPr lang="en-US" altLang="zh-CN" dirty="0"/>
          </a:p>
          <a:p>
            <a:pPr lvl="0"/>
            <a:r>
              <a:rPr lang="zh-CN" altLang="en-US" dirty="0"/>
              <a:t>交流电可以方便地通过变压器升压和降压，这给配送电能带来极大的方便．</a:t>
            </a:r>
            <a:endParaRPr lang="en-US" altLang="zh-CN" dirty="0"/>
          </a:p>
          <a:p>
            <a:pPr lvl="0"/>
            <a:r>
              <a:rPr lang="zh-CN" altLang="en-US" dirty="0"/>
              <a:t>高压直流输电方式与高压交流输电方式相比，有明显的优越性．历史上仅仅由于技术的原因，使得交流输电代替了直流输电。</a:t>
            </a:r>
            <a:endParaRPr lang="en-US" altLang="zh-CN" dirty="0"/>
          </a:p>
          <a:p>
            <a:pPr lvl="0"/>
            <a:r>
              <a:rPr lang="zh-CN" altLang="en-US" dirty="0"/>
              <a:t>我们日常生活中的电脑，电视，微波炉，手机等许多电子设备都是用的是直度流电。工业中也有大量的工控设备使用直流电。</a:t>
            </a:r>
          </a:p>
        </p:txBody>
      </p:sp>
      <p:sp>
        <p:nvSpPr>
          <p:cNvPr id="7172" name="灯片编号占位符 3"/>
          <p:cNvSpPr txBox="1">
            <a:spLocks noGrp="1"/>
          </p:cNvSpPr>
          <p:nvPr>
            <p:ph type="sldNum" sz="quarter"/>
          </p:nvPr>
        </p:nvSpPr>
        <p:spPr>
          <a:xfrm>
            <a:off x="3884613" y="8685213"/>
            <a:ext cx="2971800" cy="458787"/>
          </a:xfrm>
          <a:prstGeom prst="rect">
            <a:avLst/>
          </a:prstGeom>
          <a:noFill/>
          <a:ln w="9525">
            <a:noFill/>
          </a:ln>
        </p:spPr>
        <p:txBody>
          <a:bodyPr anchor="b" anchorCtr="0"/>
          <a:lstStyle/>
          <a:p>
            <a:pPr lvl="0" algn="r" eaLnBrk="1" hangingPunct="1"/>
            <a:fld id="{9A0DB2DC-4C9A-4742-B13C-FB6460FD3503}" type="slidenum">
              <a:rPr lang="zh-CN" altLang="en-US" sz="1200" b="1" dirty="0">
                <a:latin typeface="Times New Roman" panose="02020603050405020304" pitchFamily="18" charset="0"/>
                <a:ea typeface="楷体_GB2312"/>
              </a:rPr>
              <a:t>2</a:t>
            </a:fld>
            <a:endParaRPr lang="zh-CN" altLang="en-US" sz="1200" b="1" dirty="0">
              <a:latin typeface="Times New Roman" panose="02020603050405020304" pitchFamily="18" charset="0"/>
              <a:ea typeface="楷体_GB2312"/>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幻灯片图像占位符 1"/>
          <p:cNvSpPr>
            <a:spLocks noGrp="1" noRot="1" noChangeAspect="1" noTextEdit="1"/>
          </p:cNvSpPr>
          <p:nvPr>
            <p:ph type="sldImg"/>
          </p:nvPr>
        </p:nvSpPr>
        <p:spPr>
          <a:ln>
            <a:solidFill>
              <a:srgbClr val="000000">
                <a:alpha val="100000"/>
              </a:srgbClr>
            </a:solidFill>
            <a:miter lim="800000"/>
          </a:ln>
        </p:spPr>
      </p:sp>
      <p:sp>
        <p:nvSpPr>
          <p:cNvPr id="12291" name="备注占位符 2"/>
          <p:cNvSpPr>
            <a:spLocks noGrp="1"/>
          </p:cNvSpPr>
          <p:nvPr>
            <p:ph type="body" idx="1"/>
          </p:nvPr>
        </p:nvSpPr>
        <p:spPr>
          <a:noFill/>
          <a:ln>
            <a:noFill/>
          </a:ln>
        </p:spPr>
        <p:txBody>
          <a:bodyPr wrap="square" lIns="91440" tIns="45720" rIns="91440" bIns="45720" anchor="t" anchorCtr="0"/>
          <a:lstStyle/>
          <a:p>
            <a:pPr lvl="0"/>
            <a:r>
              <a:rPr lang="zh-CN" altLang="en-US" dirty="0"/>
              <a:t>图中</a:t>
            </a:r>
            <a:r>
              <a:rPr lang="en-US" altLang="zh-CN" dirty="0"/>
              <a:t>V2</a:t>
            </a:r>
            <a:r>
              <a:rPr lang="zh-CN" altLang="en-US" dirty="0"/>
              <a:t>为有效值</a:t>
            </a:r>
            <a:endParaRPr lang="en-US" altLang="zh-CN" dirty="0"/>
          </a:p>
          <a:p>
            <a:pPr lvl="0"/>
            <a:endParaRPr lang="en-US" altLang="zh-CN" dirty="0"/>
          </a:p>
          <a:p>
            <a:pPr lvl="0"/>
            <a:r>
              <a:rPr lang="zh-CN" altLang="en-US" dirty="0"/>
              <a:t>不难看出，半波整说是以</a:t>
            </a:r>
            <a:r>
              <a:rPr lang="en-US" altLang="zh-CN" dirty="0"/>
              <a:t>"</a:t>
            </a:r>
            <a:r>
              <a:rPr lang="zh-CN" altLang="en-US" dirty="0"/>
              <a:t>牺牲</a:t>
            </a:r>
            <a:r>
              <a:rPr lang="en-US" altLang="zh-CN" dirty="0"/>
              <a:t>"</a:t>
            </a:r>
            <a:r>
              <a:rPr lang="zh-CN" altLang="en-US" dirty="0"/>
              <a:t>一半交流为代价而换取整流效果的，电流利用率很低</a:t>
            </a:r>
          </a:p>
          <a:p>
            <a:pPr lvl="0"/>
            <a:endParaRPr lang="zh-CN" altLang="en-US" dirty="0"/>
          </a:p>
        </p:txBody>
      </p:sp>
      <p:sp>
        <p:nvSpPr>
          <p:cNvPr id="12292" name="灯片编号占位符 3"/>
          <p:cNvSpPr txBox="1">
            <a:spLocks noGrp="1"/>
          </p:cNvSpPr>
          <p:nvPr>
            <p:ph type="sldNum" sz="quarter"/>
          </p:nvPr>
        </p:nvSpPr>
        <p:spPr>
          <a:xfrm>
            <a:off x="3884613" y="8685213"/>
            <a:ext cx="2971800" cy="458787"/>
          </a:xfrm>
          <a:prstGeom prst="rect">
            <a:avLst/>
          </a:prstGeom>
          <a:noFill/>
          <a:ln w="9525">
            <a:noFill/>
          </a:ln>
        </p:spPr>
        <p:txBody>
          <a:bodyPr anchor="b" anchorCtr="0"/>
          <a:lstStyle/>
          <a:p>
            <a:pPr lvl="0" algn="r" eaLnBrk="1" hangingPunct="1"/>
            <a:fld id="{9A0DB2DC-4C9A-4742-B13C-FB6460FD3503}" type="slidenum">
              <a:rPr lang="zh-CN" altLang="en-US" sz="1200" b="1" dirty="0">
                <a:latin typeface="Times New Roman" panose="02020603050405020304" pitchFamily="18" charset="0"/>
                <a:ea typeface="楷体_GB2312"/>
              </a:rPr>
              <a:t>6</a:t>
            </a:fld>
            <a:endParaRPr lang="zh-CN" altLang="en-US" sz="1200" b="1" dirty="0">
              <a:latin typeface="Times New Roman" panose="02020603050405020304" pitchFamily="18" charset="0"/>
              <a:ea typeface="楷体_GB2312"/>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幻灯片图像占位符 1"/>
          <p:cNvSpPr>
            <a:spLocks noGrp="1" noRot="1" noChangeAspect="1" noTextEdit="1"/>
          </p:cNvSpPr>
          <p:nvPr>
            <p:ph type="sldImg"/>
          </p:nvPr>
        </p:nvSpPr>
        <p:spPr>
          <a:ln>
            <a:solidFill>
              <a:srgbClr val="000000">
                <a:alpha val="100000"/>
              </a:srgbClr>
            </a:solidFill>
            <a:miter lim="800000"/>
          </a:ln>
        </p:spPr>
      </p:sp>
      <p:sp>
        <p:nvSpPr>
          <p:cNvPr id="14339" name="备注占位符 2"/>
          <p:cNvSpPr>
            <a:spLocks noGrp="1"/>
          </p:cNvSpPr>
          <p:nvPr>
            <p:ph type="body" idx="1"/>
          </p:nvPr>
        </p:nvSpPr>
        <p:spPr>
          <a:noFill/>
          <a:ln>
            <a:noFill/>
          </a:ln>
        </p:spPr>
        <p:txBody>
          <a:bodyPr wrap="square" lIns="91440" tIns="45720" rIns="91440" bIns="45720" anchor="t" anchorCtr="0"/>
          <a:lstStyle/>
          <a:p>
            <a:pPr lvl="0"/>
            <a:r>
              <a:rPr lang="zh-CN" altLang="en-US" dirty="0"/>
              <a:t>半波式中</a:t>
            </a:r>
            <a:r>
              <a:rPr lang="en-US" altLang="zh-CN" dirty="0"/>
              <a:t>V2</a:t>
            </a:r>
            <a:r>
              <a:rPr lang="zh-CN" altLang="en-US" dirty="0"/>
              <a:t>为有效值，</a:t>
            </a:r>
            <a:r>
              <a:rPr lang="en-US" altLang="zh-CN" dirty="0"/>
              <a:t>V0=V</a:t>
            </a:r>
            <a:r>
              <a:rPr lang="zh-CN" altLang="en-US" dirty="0"/>
              <a:t>峰</a:t>
            </a:r>
            <a:r>
              <a:rPr lang="en-US" altLang="zh-CN" dirty="0"/>
              <a:t>/</a:t>
            </a:r>
            <a:r>
              <a:rPr lang="zh-CN" altLang="en-US" dirty="0"/>
              <a:t>派</a:t>
            </a:r>
          </a:p>
        </p:txBody>
      </p:sp>
      <p:sp>
        <p:nvSpPr>
          <p:cNvPr id="14340" name="灯片编号占位符 3"/>
          <p:cNvSpPr txBox="1">
            <a:spLocks noGrp="1"/>
          </p:cNvSpPr>
          <p:nvPr>
            <p:ph type="sldNum" sz="quarter"/>
          </p:nvPr>
        </p:nvSpPr>
        <p:spPr>
          <a:xfrm>
            <a:off x="3884613" y="8685213"/>
            <a:ext cx="2971800" cy="458787"/>
          </a:xfrm>
          <a:prstGeom prst="rect">
            <a:avLst/>
          </a:prstGeom>
          <a:noFill/>
          <a:ln w="9525">
            <a:noFill/>
          </a:ln>
        </p:spPr>
        <p:txBody>
          <a:bodyPr anchor="b" anchorCtr="0"/>
          <a:lstStyle/>
          <a:p>
            <a:pPr lvl="0" algn="r" eaLnBrk="1" hangingPunct="1">
              <a:spcBef>
                <a:spcPct val="50000"/>
              </a:spcBef>
            </a:pPr>
            <a:fld id="{9A0DB2DC-4C9A-4742-B13C-FB6460FD3503}" type="slidenum">
              <a:rPr lang="zh-CN" altLang="en-US" dirty="0">
                <a:latin typeface="Times New Roman" panose="02020603050405020304" pitchFamily="18" charset="0"/>
                <a:ea typeface="楷体_GB2312"/>
              </a:rPr>
              <a:t>7</a:t>
            </a:fld>
            <a:endParaRPr lang="zh-CN" altLang="en-US" dirty="0">
              <a:latin typeface="Times New Roman" panose="02020603050405020304" pitchFamily="18" charset="0"/>
              <a:ea typeface="楷体_GB2312"/>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幻灯片图像占位符 1"/>
          <p:cNvSpPr>
            <a:spLocks noGrp="1" noRot="1" noChangeAspect="1" noTextEdit="1"/>
          </p:cNvSpPr>
          <p:nvPr>
            <p:ph type="sldImg"/>
          </p:nvPr>
        </p:nvSpPr>
        <p:spPr>
          <a:ln>
            <a:solidFill>
              <a:srgbClr val="000000">
                <a:alpha val="100000"/>
              </a:srgbClr>
            </a:solidFill>
            <a:miter lim="800000"/>
          </a:ln>
        </p:spPr>
      </p:sp>
      <p:sp>
        <p:nvSpPr>
          <p:cNvPr id="16387" name="备注占位符 2"/>
          <p:cNvSpPr>
            <a:spLocks noGrp="1"/>
          </p:cNvSpPr>
          <p:nvPr>
            <p:ph type="body" idx="1"/>
          </p:nvPr>
        </p:nvSpPr>
        <p:spPr>
          <a:noFill/>
          <a:ln>
            <a:noFill/>
          </a:ln>
        </p:spPr>
        <p:txBody>
          <a:bodyPr wrap="square" lIns="91440" tIns="45720" rIns="91440" bIns="45720" anchor="t" anchorCtr="0"/>
          <a:lstStyle/>
          <a:p>
            <a:pPr lvl="0"/>
            <a:r>
              <a:rPr lang="zh-CN" altLang="en-US" dirty="0"/>
              <a:t>在</a:t>
            </a:r>
            <a:r>
              <a:rPr lang="en-US" altLang="zh-CN" dirty="0"/>
              <a:t>ωt=0~π</a:t>
            </a:r>
            <a:r>
              <a:rPr lang="zh-CN" altLang="en-US" dirty="0"/>
              <a:t>，</a:t>
            </a:r>
            <a:r>
              <a:rPr lang="en-US" altLang="zh-CN" dirty="0"/>
              <a:t>D</a:t>
            </a:r>
            <a:r>
              <a:rPr lang="en-US" altLang="zh-CN" baseline="-25000" dirty="0"/>
              <a:t>1</a:t>
            </a:r>
            <a:r>
              <a:rPr lang="en-US" altLang="zh-CN" dirty="0"/>
              <a:t>,D</a:t>
            </a:r>
            <a:r>
              <a:rPr lang="en-US" altLang="zh-CN" baseline="-25000" dirty="0"/>
              <a:t>3</a:t>
            </a:r>
            <a:r>
              <a:rPr lang="zh-CN" altLang="zh-CN" dirty="0"/>
              <a:t>导通</a:t>
            </a:r>
            <a:r>
              <a:rPr lang="zh-CN" altLang="en-US" baseline="-25000" dirty="0"/>
              <a:t>，</a:t>
            </a:r>
            <a:r>
              <a:rPr lang="en-US" altLang="zh-CN" dirty="0"/>
              <a:t>D</a:t>
            </a:r>
            <a:r>
              <a:rPr lang="en-US" altLang="zh-CN" baseline="-25000" dirty="0"/>
              <a:t>2</a:t>
            </a:r>
            <a:r>
              <a:rPr lang="en-US" altLang="zh-CN" dirty="0"/>
              <a:t>,D</a:t>
            </a:r>
            <a:r>
              <a:rPr lang="en-US" altLang="zh-CN" baseline="-25000" dirty="0"/>
              <a:t>4</a:t>
            </a:r>
            <a:r>
              <a:rPr lang="zh-CN" altLang="zh-CN" dirty="0"/>
              <a:t>截止</a:t>
            </a:r>
            <a:r>
              <a:rPr lang="zh-CN" altLang="zh-CN" baseline="-25000" dirty="0"/>
              <a:t>。</a:t>
            </a:r>
            <a:r>
              <a:rPr lang="zh-CN" altLang="zh-CN" dirty="0"/>
              <a:t>电流通路</a:t>
            </a:r>
            <a:r>
              <a:rPr lang="en-US" altLang="zh-CN" dirty="0"/>
              <a:t>:A ® D</a:t>
            </a:r>
            <a:r>
              <a:rPr lang="en-US" altLang="zh-CN" baseline="-25000" dirty="0"/>
              <a:t>1</a:t>
            </a:r>
            <a:r>
              <a:rPr lang="en-US" altLang="zh-CN" dirty="0"/>
              <a:t>®</a:t>
            </a:r>
            <a:r>
              <a:rPr lang="en-US" altLang="zh-CN" i="1" dirty="0"/>
              <a:t>R</a:t>
            </a:r>
            <a:r>
              <a:rPr lang="en-US" altLang="zh-CN" baseline="-25000" dirty="0"/>
              <a:t>L</a:t>
            </a:r>
            <a:r>
              <a:rPr lang="en-US" altLang="zh-CN" dirty="0"/>
              <a:t>®D</a:t>
            </a:r>
            <a:r>
              <a:rPr lang="en-US" altLang="zh-CN" baseline="-25000" dirty="0"/>
              <a:t>3</a:t>
            </a:r>
            <a:r>
              <a:rPr lang="en-US" altLang="zh-CN" dirty="0"/>
              <a:t>®B</a:t>
            </a:r>
            <a:endParaRPr lang="zh-CN" altLang="zh-CN" dirty="0"/>
          </a:p>
          <a:p>
            <a:pPr lvl="0"/>
            <a:r>
              <a:rPr lang="zh-CN" altLang="en-US" dirty="0"/>
              <a:t>在</a:t>
            </a:r>
            <a:r>
              <a:rPr lang="en-US" altLang="zh-CN" dirty="0"/>
              <a:t>ωt=π~2π</a:t>
            </a:r>
            <a:r>
              <a:rPr lang="zh-CN" altLang="en-US" dirty="0"/>
              <a:t>，</a:t>
            </a:r>
            <a:r>
              <a:rPr lang="en-US" altLang="zh-CN" dirty="0"/>
              <a:t>D</a:t>
            </a:r>
            <a:r>
              <a:rPr lang="en-US" altLang="zh-CN" baseline="-25000" dirty="0"/>
              <a:t>2</a:t>
            </a:r>
            <a:r>
              <a:rPr lang="en-US" altLang="zh-CN" dirty="0"/>
              <a:t>,D</a:t>
            </a:r>
            <a:r>
              <a:rPr lang="en-US" altLang="zh-CN" baseline="-25000" dirty="0"/>
              <a:t>4</a:t>
            </a:r>
            <a:r>
              <a:rPr lang="zh-CN" altLang="zh-CN" dirty="0"/>
              <a:t>导通</a:t>
            </a:r>
            <a:r>
              <a:rPr lang="zh-CN" altLang="en-US" dirty="0"/>
              <a:t>，</a:t>
            </a:r>
            <a:r>
              <a:rPr lang="en-US" altLang="zh-CN" dirty="0"/>
              <a:t>D</a:t>
            </a:r>
            <a:r>
              <a:rPr lang="en-US" altLang="zh-CN" baseline="-25000" dirty="0"/>
              <a:t>1</a:t>
            </a:r>
            <a:r>
              <a:rPr lang="en-US" altLang="zh-CN" dirty="0"/>
              <a:t>,D</a:t>
            </a:r>
            <a:r>
              <a:rPr lang="en-US" altLang="zh-CN" baseline="-25000" dirty="0"/>
              <a:t>3</a:t>
            </a:r>
            <a:r>
              <a:rPr lang="zh-CN" altLang="zh-CN" dirty="0"/>
              <a:t>截止。电流通路</a:t>
            </a:r>
            <a:r>
              <a:rPr lang="en-US" altLang="zh-CN" dirty="0"/>
              <a:t>:B ® D</a:t>
            </a:r>
            <a:r>
              <a:rPr lang="en-US" altLang="zh-CN" baseline="-25000" dirty="0"/>
              <a:t>2</a:t>
            </a:r>
            <a:r>
              <a:rPr lang="en-US" altLang="zh-CN" dirty="0"/>
              <a:t>®</a:t>
            </a:r>
            <a:r>
              <a:rPr lang="en-US" altLang="zh-CN" i="1" dirty="0"/>
              <a:t>R</a:t>
            </a:r>
            <a:r>
              <a:rPr lang="en-US" altLang="zh-CN" baseline="-25000" dirty="0"/>
              <a:t>L</a:t>
            </a:r>
            <a:r>
              <a:rPr lang="en-US" altLang="zh-CN" dirty="0"/>
              <a:t>®D</a:t>
            </a:r>
            <a:r>
              <a:rPr lang="en-US" altLang="zh-CN" baseline="-25000" dirty="0"/>
              <a:t>4</a:t>
            </a:r>
            <a:r>
              <a:rPr lang="en-US" altLang="zh-CN" dirty="0"/>
              <a:t>®A</a:t>
            </a:r>
            <a:endParaRPr lang="zh-CN" altLang="zh-CN" dirty="0"/>
          </a:p>
          <a:p>
            <a:pPr lvl="0"/>
            <a:endParaRPr lang="zh-CN" altLang="en-US" dirty="0"/>
          </a:p>
        </p:txBody>
      </p:sp>
      <p:sp>
        <p:nvSpPr>
          <p:cNvPr id="16388" name="灯片编号占位符 3"/>
          <p:cNvSpPr txBox="1">
            <a:spLocks noGrp="1"/>
          </p:cNvSpPr>
          <p:nvPr>
            <p:ph type="sldNum" sz="quarter"/>
          </p:nvPr>
        </p:nvSpPr>
        <p:spPr>
          <a:xfrm>
            <a:off x="3884613" y="8685213"/>
            <a:ext cx="2971800" cy="458787"/>
          </a:xfrm>
          <a:prstGeom prst="rect">
            <a:avLst/>
          </a:prstGeom>
          <a:noFill/>
          <a:ln w="9525">
            <a:noFill/>
          </a:ln>
        </p:spPr>
        <p:txBody>
          <a:bodyPr anchor="b" anchorCtr="0"/>
          <a:lstStyle/>
          <a:p>
            <a:pPr lvl="0" algn="r" eaLnBrk="1" hangingPunct="1"/>
            <a:fld id="{9A0DB2DC-4C9A-4742-B13C-FB6460FD3503}" type="slidenum">
              <a:rPr lang="zh-CN" altLang="en-US" sz="1200" b="1" dirty="0">
                <a:latin typeface="Times New Roman" panose="02020603050405020304" pitchFamily="18" charset="0"/>
                <a:ea typeface="楷体_GB2312"/>
              </a:rPr>
              <a:t>8</a:t>
            </a:fld>
            <a:endParaRPr lang="zh-CN" altLang="en-US" sz="1200" b="1" dirty="0">
              <a:latin typeface="Times New Roman" panose="02020603050405020304" pitchFamily="18" charset="0"/>
              <a:ea typeface="楷体_GB2312"/>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幻灯片图像占位符 1"/>
          <p:cNvSpPr>
            <a:spLocks noGrp="1" noRot="1" noChangeAspect="1" noTextEdit="1"/>
          </p:cNvSpPr>
          <p:nvPr>
            <p:ph type="sldImg"/>
          </p:nvPr>
        </p:nvSpPr>
        <p:spPr>
          <a:ln>
            <a:solidFill>
              <a:srgbClr val="000000">
                <a:alpha val="100000"/>
              </a:srgbClr>
            </a:solidFill>
            <a:miter lim="800000"/>
          </a:ln>
        </p:spPr>
      </p:sp>
      <p:sp>
        <p:nvSpPr>
          <p:cNvPr id="25603" name="备注占位符 2"/>
          <p:cNvSpPr>
            <a:spLocks noGrp="1"/>
          </p:cNvSpPr>
          <p:nvPr>
            <p:ph type="body" idx="1"/>
          </p:nvPr>
        </p:nvSpPr>
        <p:spPr>
          <a:noFill/>
          <a:ln>
            <a:noFill/>
          </a:ln>
        </p:spPr>
        <p:txBody>
          <a:bodyPr wrap="square" lIns="91440" tIns="45720" rIns="91440" bIns="45720" anchor="t" anchorCtr="0"/>
          <a:lstStyle/>
          <a:p>
            <a:pPr lvl="0" eaLnBrk="1" hangingPunct="1">
              <a:spcBef>
                <a:spcPct val="0"/>
              </a:spcBef>
            </a:pPr>
            <a:r>
              <a:rPr lang="zh-CN" altLang="en-US" dirty="0"/>
              <a:t>集成稳压器的种类很多，作为小功率的直流稳压电源，应用最为普遍的是3端式串联型集成稳压器。3端式是指稳压器仅有输入端、输出端和公共端3个接线端子。</a:t>
            </a:r>
            <a:endParaRPr lang="en-US" altLang="zh-CN" dirty="0"/>
          </a:p>
          <a:p>
            <a:pPr lvl="0"/>
            <a:r>
              <a:rPr lang="en-US" altLang="zh-CN" dirty="0"/>
              <a:t>cw317</a:t>
            </a:r>
            <a:r>
              <a:rPr lang="zh-CN" altLang="en-US" dirty="0"/>
              <a:t>是国产稳压器标号，</a:t>
            </a:r>
            <a:r>
              <a:rPr lang="en-US" altLang="zh-CN" dirty="0"/>
              <a:t>lm317</a:t>
            </a:r>
            <a:r>
              <a:rPr lang="zh-CN" altLang="zh-CN" dirty="0"/>
              <a:t>是美国国家半导体公司器件标号。</a:t>
            </a:r>
          </a:p>
        </p:txBody>
      </p:sp>
      <p:sp>
        <p:nvSpPr>
          <p:cNvPr id="25604" name="灯片编号占位符 3"/>
          <p:cNvSpPr txBox="1">
            <a:spLocks noGrp="1"/>
          </p:cNvSpPr>
          <p:nvPr>
            <p:ph type="sldNum" sz="quarter"/>
          </p:nvPr>
        </p:nvSpPr>
        <p:spPr>
          <a:xfrm>
            <a:off x="3884613" y="8685213"/>
            <a:ext cx="2971800" cy="458787"/>
          </a:xfrm>
          <a:prstGeom prst="rect">
            <a:avLst/>
          </a:prstGeom>
          <a:noFill/>
          <a:ln w="9525">
            <a:noFill/>
          </a:ln>
        </p:spPr>
        <p:txBody>
          <a:bodyPr anchor="b" anchorCtr="0"/>
          <a:lstStyle/>
          <a:p>
            <a:pPr lvl="0" algn="r" eaLnBrk="1" hangingPunct="1">
              <a:spcBef>
                <a:spcPct val="50000"/>
              </a:spcBef>
            </a:pPr>
            <a:fld id="{9A0DB2DC-4C9A-4742-B13C-FB6460FD3503}" type="slidenum">
              <a:rPr lang="zh-CN" altLang="en-US" dirty="0">
                <a:latin typeface="Times New Roman" panose="02020603050405020304" pitchFamily="18" charset="0"/>
                <a:ea typeface="楷体_GB2312"/>
              </a:rPr>
              <a:t>16</a:t>
            </a:fld>
            <a:endParaRPr lang="zh-CN" altLang="en-US" dirty="0">
              <a:latin typeface="Times New Roman" panose="02020603050405020304" pitchFamily="18" charset="0"/>
              <a:ea typeface="楷体_GB2312"/>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幻灯片图像占位符 1"/>
          <p:cNvSpPr>
            <a:spLocks noGrp="1" noRot="1" noChangeAspect="1" noTextEdit="1"/>
          </p:cNvSpPr>
          <p:nvPr>
            <p:ph type="sldImg"/>
          </p:nvPr>
        </p:nvSpPr>
        <p:spPr>
          <a:ln>
            <a:solidFill>
              <a:srgbClr val="000000">
                <a:alpha val="100000"/>
              </a:srgbClr>
            </a:solidFill>
            <a:miter lim="800000"/>
          </a:ln>
        </p:spPr>
      </p:sp>
      <p:sp>
        <p:nvSpPr>
          <p:cNvPr id="27651" name="备注占位符 2"/>
          <p:cNvSpPr>
            <a:spLocks noGrp="1"/>
          </p:cNvSpPr>
          <p:nvPr>
            <p:ph type="body" idx="1"/>
          </p:nvPr>
        </p:nvSpPr>
        <p:spPr>
          <a:noFill/>
          <a:ln>
            <a:noFill/>
          </a:ln>
        </p:spPr>
        <p:txBody>
          <a:bodyPr wrap="square" lIns="91440" tIns="45720" rIns="91440" bIns="45720" anchor="t" anchorCtr="0"/>
          <a:lstStyle/>
          <a:p>
            <a:pPr lvl="0"/>
            <a:endParaRPr lang="zh-CN" altLang="en-US" dirty="0"/>
          </a:p>
        </p:txBody>
      </p:sp>
      <p:sp>
        <p:nvSpPr>
          <p:cNvPr id="27652" name="灯片编号占位符 3"/>
          <p:cNvSpPr txBox="1">
            <a:spLocks noGrp="1"/>
          </p:cNvSpPr>
          <p:nvPr>
            <p:ph type="sldNum" sz="quarter"/>
          </p:nvPr>
        </p:nvSpPr>
        <p:spPr>
          <a:xfrm>
            <a:off x="3884613" y="8685213"/>
            <a:ext cx="2971800" cy="458787"/>
          </a:xfrm>
          <a:prstGeom prst="rect">
            <a:avLst/>
          </a:prstGeom>
          <a:noFill/>
          <a:ln w="9525">
            <a:noFill/>
          </a:ln>
        </p:spPr>
        <p:txBody>
          <a:bodyPr anchor="b" anchorCtr="0"/>
          <a:lstStyle/>
          <a:p>
            <a:pPr lvl="0" algn="r" eaLnBrk="1" hangingPunct="1"/>
            <a:fld id="{9A0DB2DC-4C9A-4742-B13C-FB6460FD3503}" type="slidenum">
              <a:rPr lang="zh-CN" altLang="en-US" sz="1200" b="1" dirty="0">
                <a:latin typeface="Times New Roman" panose="02020603050405020304" pitchFamily="18" charset="0"/>
                <a:ea typeface="楷体_GB2312"/>
              </a:rPr>
              <a:t>17</a:t>
            </a:fld>
            <a:endParaRPr lang="zh-CN" altLang="en-US" sz="1200" b="1" dirty="0">
              <a:latin typeface="Times New Roman" panose="02020603050405020304" pitchFamily="18" charset="0"/>
              <a:ea typeface="楷体_GB2312"/>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幻灯片图像占位符 1"/>
          <p:cNvSpPr>
            <a:spLocks noGrp="1" noRot="1" noChangeAspect="1" noTextEdit="1"/>
          </p:cNvSpPr>
          <p:nvPr>
            <p:ph type="sldImg"/>
          </p:nvPr>
        </p:nvSpPr>
        <p:spPr>
          <a:ln>
            <a:solidFill>
              <a:srgbClr val="000000">
                <a:alpha val="100000"/>
              </a:srgbClr>
            </a:solidFill>
            <a:miter lim="800000"/>
          </a:ln>
        </p:spPr>
      </p:sp>
      <p:sp>
        <p:nvSpPr>
          <p:cNvPr id="29699" name="备注占位符 2"/>
          <p:cNvSpPr>
            <a:spLocks noGrp="1"/>
          </p:cNvSpPr>
          <p:nvPr>
            <p:ph type="body" idx="1"/>
          </p:nvPr>
        </p:nvSpPr>
        <p:spPr>
          <a:noFill/>
          <a:ln>
            <a:noFill/>
          </a:ln>
        </p:spPr>
        <p:txBody>
          <a:bodyPr wrap="square" lIns="91440" tIns="45720" rIns="91440" bIns="45720" anchor="t" anchorCtr="0"/>
          <a:lstStyle/>
          <a:p>
            <a:pPr lvl="0"/>
            <a:r>
              <a:rPr lang="en-US" altLang="zh-CN" dirty="0"/>
              <a:t>R1</a:t>
            </a:r>
            <a:r>
              <a:rPr lang="zh-CN" altLang="en-US" dirty="0"/>
              <a:t>：</a:t>
            </a:r>
            <a:r>
              <a:rPr lang="en-US" altLang="zh-CN" dirty="0"/>
              <a:t>200</a:t>
            </a:r>
            <a:r>
              <a:rPr lang="zh-CN" altLang="en-US" dirty="0"/>
              <a:t>，</a:t>
            </a:r>
            <a:r>
              <a:rPr lang="en-US" altLang="zh-CN" dirty="0"/>
              <a:t>220</a:t>
            </a:r>
            <a:r>
              <a:rPr lang="zh-CN" altLang="en-US" dirty="0"/>
              <a:t>，</a:t>
            </a:r>
            <a:r>
              <a:rPr lang="en-US" altLang="zh-CN" dirty="0"/>
              <a:t>240</a:t>
            </a:r>
            <a:r>
              <a:rPr lang="zh-CN" altLang="en-US" dirty="0"/>
              <a:t>，</a:t>
            </a:r>
            <a:r>
              <a:rPr lang="en-US" altLang="zh-CN" dirty="0"/>
              <a:t>270</a:t>
            </a:r>
            <a:r>
              <a:rPr lang="zh-CN" altLang="en-US" dirty="0"/>
              <a:t>，</a:t>
            </a:r>
            <a:r>
              <a:rPr lang="en-US" altLang="zh-CN" dirty="0"/>
              <a:t>300</a:t>
            </a:r>
          </a:p>
          <a:p>
            <a:pPr lvl="0"/>
            <a:r>
              <a:rPr lang="en-US" altLang="zh-CN" dirty="0"/>
              <a:t>R2</a:t>
            </a:r>
            <a:r>
              <a:rPr lang="zh-CN" altLang="en-US" dirty="0"/>
              <a:t>：</a:t>
            </a:r>
            <a:r>
              <a:rPr lang="en-US" altLang="zh-CN" dirty="0"/>
              <a:t>0</a:t>
            </a:r>
            <a:r>
              <a:rPr lang="zh-CN" altLang="en-US" dirty="0"/>
              <a:t>，</a:t>
            </a:r>
            <a:r>
              <a:rPr lang="en-US" altLang="zh-CN" dirty="0"/>
              <a:t>680</a:t>
            </a:r>
            <a:r>
              <a:rPr lang="zh-CN" altLang="en-US" dirty="0"/>
              <a:t>，</a:t>
            </a:r>
            <a:r>
              <a:rPr lang="en-US" altLang="zh-CN" dirty="0"/>
              <a:t>1360</a:t>
            </a:r>
            <a:r>
              <a:rPr lang="zh-CN" altLang="en-US" dirty="0"/>
              <a:t>，</a:t>
            </a:r>
            <a:r>
              <a:rPr lang="en-US" altLang="zh-CN" dirty="0"/>
              <a:t>….</a:t>
            </a:r>
            <a:r>
              <a:rPr lang="zh-CN" altLang="en-US" dirty="0"/>
              <a:t>，</a:t>
            </a:r>
            <a:r>
              <a:rPr lang="en-US" altLang="zh-CN" dirty="0"/>
              <a:t>6800</a:t>
            </a:r>
            <a:r>
              <a:rPr lang="zh-CN" altLang="en-US" dirty="0"/>
              <a:t>，每次增加</a:t>
            </a:r>
            <a:r>
              <a:rPr lang="en-US" altLang="zh-CN" dirty="0"/>
              <a:t>10%</a:t>
            </a:r>
            <a:endParaRPr lang="zh-CN" altLang="zh-CN" dirty="0"/>
          </a:p>
        </p:txBody>
      </p:sp>
      <p:sp>
        <p:nvSpPr>
          <p:cNvPr id="29700" name="灯片编号占位符 3"/>
          <p:cNvSpPr txBox="1">
            <a:spLocks noGrp="1"/>
          </p:cNvSpPr>
          <p:nvPr>
            <p:ph type="sldNum" sz="quarter"/>
          </p:nvPr>
        </p:nvSpPr>
        <p:spPr>
          <a:xfrm>
            <a:off x="3884613" y="8685213"/>
            <a:ext cx="2971800" cy="458787"/>
          </a:xfrm>
          <a:prstGeom prst="rect">
            <a:avLst/>
          </a:prstGeom>
          <a:noFill/>
          <a:ln w="9525">
            <a:noFill/>
          </a:ln>
        </p:spPr>
        <p:txBody>
          <a:bodyPr anchor="b" anchorCtr="0"/>
          <a:lstStyle/>
          <a:p>
            <a:pPr lvl="0" algn="r" eaLnBrk="1" hangingPunct="1">
              <a:spcBef>
                <a:spcPct val="50000"/>
              </a:spcBef>
            </a:pPr>
            <a:fld id="{9A0DB2DC-4C9A-4742-B13C-FB6460FD3503}" type="slidenum">
              <a:rPr lang="zh-CN" altLang="en-US" dirty="0">
                <a:latin typeface="Times New Roman" panose="02020603050405020304" pitchFamily="18" charset="0"/>
                <a:ea typeface="楷体_GB2312"/>
              </a:rPr>
              <a:t>18</a:t>
            </a:fld>
            <a:endParaRPr lang="zh-CN" altLang="en-US" dirty="0">
              <a:latin typeface="Times New Roman" panose="02020603050405020304" pitchFamily="18" charset="0"/>
              <a:ea typeface="楷体_GB2312"/>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bg>
      <p:bgPr>
        <a:blipFill rotWithShape="0">
          <a:blip r:embed="rId2"/>
          <a:stretch>
            <a:fillRect/>
          </a:stretch>
        </a:blipFill>
        <a:effectLst/>
      </p:bgPr>
    </p:bg>
    <p:spTree>
      <p:nvGrpSpPr>
        <p:cNvPr id="1" name=""/>
        <p:cNvGrpSpPr/>
        <p:nvPr/>
      </p:nvGrpSpPr>
      <p:grpSpPr>
        <a:xfrm>
          <a:off x="0" y="0"/>
          <a:ext cx="0" cy="0"/>
          <a:chOff x="0" y="0"/>
          <a:chExt cx="0" cy="0"/>
        </a:xfrm>
      </p:grpSpPr>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28650" y="365125"/>
            <a:ext cx="7886700" cy="1325563"/>
          </a:xfrm>
          <a:prstGeom prst="rect">
            <a:avLst/>
          </a:prstGeom>
        </p:spPr>
        <p:txBody>
          <a:bodyPr/>
          <a:lstStyle/>
          <a:p>
            <a:r>
              <a:rPr lang="zh-CN" altLang="en-US" noProof="1"/>
              <a:t>单击此处编辑母版标题样式</a:t>
            </a:r>
          </a:p>
        </p:txBody>
      </p:sp>
      <p:sp>
        <p:nvSpPr>
          <p:cNvPr id="3" name="内容占位符 2"/>
          <p:cNvSpPr>
            <a:spLocks noGrp="1"/>
          </p:cNvSpPr>
          <p:nvPr>
            <p:ph idx="1"/>
          </p:nvPr>
        </p:nvSpPr>
        <p:spPr>
          <a:xfrm>
            <a:off x="628650" y="1825625"/>
            <a:ext cx="7886700" cy="4351338"/>
          </a:xfrm>
          <a:prstGeom prst="rect">
            <a:avLst/>
          </a:prstGeo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a:prstGeom prst="rect">
            <a:avLst/>
          </a:prstGeom>
        </p:spPr>
        <p:txBody>
          <a:bodyPr anchor="b"/>
          <a:lstStyle>
            <a:lvl1pPr>
              <a:defRPr sz="6000"/>
            </a:lvl1pPr>
          </a:lstStyle>
          <a:p>
            <a:r>
              <a:rPr lang="zh-CN" altLang="en-US" noProof="1"/>
              <a:t>单击此处编辑母版标题样式</a:t>
            </a:r>
          </a:p>
        </p:txBody>
      </p:sp>
      <p:sp>
        <p:nvSpPr>
          <p:cNvPr id="3" name="文本占位符 2"/>
          <p:cNvSpPr>
            <a:spLocks noGrp="1"/>
          </p:cNvSpPr>
          <p:nvPr>
            <p:ph type="body" idx="1"/>
          </p:nvPr>
        </p:nvSpPr>
        <p:spPr>
          <a:xfrm>
            <a:off x="623888" y="4589463"/>
            <a:ext cx="7886700" cy="1500187"/>
          </a:xfrm>
          <a:prstGeom prst="rect">
            <a:avLst/>
          </a:prstGeo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noProof="1"/>
              <a:t>单击此处编辑母版文本样式</a:t>
            </a:r>
          </a:p>
        </p:txBody>
      </p: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628650" y="365125"/>
            <a:ext cx="7886700" cy="1325563"/>
          </a:xfrm>
          <a:prstGeom prst="rect">
            <a:avLst/>
          </a:prstGeom>
        </p:spPr>
        <p:txBody>
          <a:bodyPr/>
          <a:lstStyle/>
          <a:p>
            <a:r>
              <a:rPr lang="zh-CN" altLang="en-US" noProof="1"/>
              <a:t>单击此处编辑母版标题样式</a:t>
            </a:r>
          </a:p>
        </p:txBody>
      </p:sp>
      <p:sp>
        <p:nvSpPr>
          <p:cNvPr id="3" name="内容占位符 2"/>
          <p:cNvSpPr>
            <a:spLocks noGrp="1"/>
          </p:cNvSpPr>
          <p:nvPr>
            <p:ph sz="half" idx="1"/>
          </p:nvPr>
        </p:nvSpPr>
        <p:spPr>
          <a:xfrm>
            <a:off x="628650" y="1825625"/>
            <a:ext cx="3867150" cy="4351338"/>
          </a:xfrm>
          <a:prstGeom prst="rect">
            <a:avLst/>
          </a:prstGeo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4648200" y="1825625"/>
            <a:ext cx="3867150" cy="4351338"/>
          </a:xfrm>
          <a:prstGeom prst="rect">
            <a:avLst/>
          </a:prstGeo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5"/>
            <a:ext cx="7886700" cy="1325563"/>
          </a:xfrm>
          <a:prstGeom prst="rect">
            <a:avLst/>
          </a:prstGeom>
        </p:spPr>
        <p:txBody>
          <a:bodyPr/>
          <a:lstStyle/>
          <a:p>
            <a:r>
              <a:rPr lang="zh-CN" altLang="en-US" noProof="1"/>
              <a:t>单击此处编辑母版标题样式</a:t>
            </a:r>
          </a:p>
        </p:txBody>
      </p:sp>
      <p:sp>
        <p:nvSpPr>
          <p:cNvPr id="3" name="文本占位符 2"/>
          <p:cNvSpPr>
            <a:spLocks noGrp="1"/>
          </p:cNvSpPr>
          <p:nvPr>
            <p:ph type="body" idx="1"/>
          </p:nvPr>
        </p:nvSpPr>
        <p:spPr>
          <a:xfrm>
            <a:off x="630238" y="1681163"/>
            <a:ext cx="386873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4" name="内容占位符 3"/>
          <p:cNvSpPr>
            <a:spLocks noGrp="1"/>
          </p:cNvSpPr>
          <p:nvPr>
            <p:ph sz="half" idx="2"/>
          </p:nvPr>
        </p:nvSpPr>
        <p:spPr>
          <a:xfrm>
            <a:off x="630238" y="2505075"/>
            <a:ext cx="3868737" cy="3684588"/>
          </a:xfrm>
          <a:prstGeom prst="rect">
            <a:avLst/>
          </a:prstGeo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文本占位符 4"/>
          <p:cNvSpPr>
            <a:spLocks noGrp="1"/>
          </p:cNvSpPr>
          <p:nvPr>
            <p:ph type="body" sz="quarter" idx="3"/>
          </p:nvPr>
        </p:nvSpPr>
        <p:spPr>
          <a:xfrm>
            <a:off x="4629150" y="1681163"/>
            <a:ext cx="38877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6" name="内容占位符 5"/>
          <p:cNvSpPr>
            <a:spLocks noGrp="1"/>
          </p:cNvSpPr>
          <p:nvPr>
            <p:ph sz="quarter" idx="4"/>
          </p:nvPr>
        </p:nvSpPr>
        <p:spPr>
          <a:xfrm>
            <a:off x="4629150" y="2505075"/>
            <a:ext cx="3887788" cy="3684588"/>
          </a:xfrm>
          <a:prstGeom prst="rect">
            <a:avLst/>
          </a:prstGeo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628650" y="365125"/>
            <a:ext cx="7886700" cy="1325563"/>
          </a:xfrm>
          <a:prstGeom prst="rect">
            <a:avLst/>
          </a:prstGeom>
        </p:spPr>
        <p:txBody>
          <a:bodyPr/>
          <a:lstStyle/>
          <a:p>
            <a:r>
              <a:rPr lang="zh-CN" altLang="en-US" noProof="1"/>
              <a:t>单击此处编辑母版标题样式</a:t>
            </a:r>
          </a:p>
        </p:txBody>
      </p:sp>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a:prstGeom prst="rect">
            <a:avLst/>
          </a:prstGeom>
        </p:spPr>
        <p:txBody>
          <a:bodyPr anchor="b"/>
          <a:lstStyle>
            <a:lvl1pPr>
              <a:defRPr sz="3200"/>
            </a:lvl1pPr>
          </a:lstStyle>
          <a:p>
            <a:r>
              <a:rPr lang="zh-CN" altLang="en-US" noProof="1"/>
              <a:t>单击此处编辑母版标题样式</a:t>
            </a:r>
          </a:p>
        </p:txBody>
      </p:sp>
      <p:sp>
        <p:nvSpPr>
          <p:cNvPr id="3" name="内容占位符 2"/>
          <p:cNvSpPr>
            <a:spLocks noGrp="1"/>
          </p:cNvSpPr>
          <p:nvPr>
            <p:ph idx="1"/>
          </p:nvPr>
        </p:nvSpPr>
        <p:spPr>
          <a:xfrm>
            <a:off x="3887788" y="987425"/>
            <a:ext cx="462915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文本占位符 3"/>
          <p:cNvSpPr>
            <a:spLocks noGrp="1"/>
          </p:cNvSpPr>
          <p:nvPr>
            <p:ph type="body" sz="half" idx="2"/>
          </p:nvPr>
        </p:nvSpPr>
        <p:spPr>
          <a:xfrm>
            <a:off x="630238" y="2057400"/>
            <a:ext cx="2949575"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noProof="1"/>
              <a:t>单击此处编辑母版文本样式</a:t>
            </a:r>
          </a:p>
        </p:txBody>
      </p:sp>
    </p:spTree>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a:prstGeom prst="rect">
            <a:avLst/>
          </a:prstGeom>
        </p:spPr>
        <p:txBody>
          <a:bodyPr anchor="b"/>
          <a:lstStyle>
            <a:lvl1pPr>
              <a:defRPr sz="3200"/>
            </a:lvl1pPr>
          </a:lstStyle>
          <a:p>
            <a:r>
              <a:rPr lang="zh-CN" altLang="en-US" noProof="1"/>
              <a:t>单击此处编辑母版标题样式</a:t>
            </a:r>
          </a:p>
        </p:txBody>
      </p:sp>
      <p:sp>
        <p:nvSpPr>
          <p:cNvPr id="3" name="图片占位符 2"/>
          <p:cNvSpPr>
            <a:spLocks noGrp="1"/>
          </p:cNvSpPr>
          <p:nvPr>
            <p:ph type="pic" idx="1"/>
          </p:nvPr>
        </p:nvSpPr>
        <p:spPr>
          <a:xfrm>
            <a:off x="3887788" y="987425"/>
            <a:ext cx="462915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hlink"/>
              </a:buClr>
              <a:buSzPct val="70000"/>
              <a:buFont typeface="Wingdings" panose="05000000000000000000" pitchFamily="2" charset="2"/>
              <a:buNone/>
              <a:defRPr/>
            </a:pPr>
            <a:endParaRPr kumimoji="0" lang="zh-CN" altLang="en-US" sz="3200" b="0" i="0" u="none" strike="noStrike" kern="120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630238" y="2057400"/>
            <a:ext cx="2949575"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noProof="1"/>
              <a:t>单击此处编辑母版文本样式</a:t>
            </a:r>
          </a:p>
        </p:txBody>
      </p:sp>
    </p:spTree>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628650" y="365125"/>
            <a:ext cx="7886700" cy="1325563"/>
          </a:xfrm>
          <a:prstGeom prst="rect">
            <a:avLst/>
          </a:prstGeom>
        </p:spPr>
        <p:txBody>
          <a:bodyPr/>
          <a:lstStyle/>
          <a:p>
            <a:r>
              <a:rPr lang="zh-CN" altLang="en-US" noProof="1"/>
              <a:t>单击此处编辑母版标题样式</a:t>
            </a:r>
          </a:p>
        </p:txBody>
      </p:sp>
      <p:sp>
        <p:nvSpPr>
          <p:cNvPr id="3" name="竖排文字占位符 2"/>
          <p:cNvSpPr>
            <a:spLocks noGrp="1"/>
          </p:cNvSpPr>
          <p:nvPr>
            <p:ph type="body" orient="vert" idx="1"/>
          </p:nvPr>
        </p:nvSpPr>
        <p:spPr>
          <a:xfrm>
            <a:off x="628650" y="1825625"/>
            <a:ext cx="7886700" cy="4351338"/>
          </a:xfrm>
          <a:prstGeom prst="rect">
            <a:avLst/>
          </a:prstGeom>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Tree>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365125"/>
            <a:ext cx="1971675" cy="5811838"/>
          </a:xfrm>
          <a:prstGeom prst="rect">
            <a:avLst/>
          </a:prstGeom>
        </p:spPr>
        <p:txBody>
          <a:bodyPr vert="eaVert"/>
          <a:lstStyle/>
          <a:p>
            <a:r>
              <a:rPr lang="zh-CN" altLang="en-US" noProof="1"/>
              <a:t>单击此处编辑母版标题样式</a:t>
            </a:r>
          </a:p>
        </p:txBody>
      </p:sp>
      <p:sp>
        <p:nvSpPr>
          <p:cNvPr id="3" name="竖排文字占位符 2"/>
          <p:cNvSpPr>
            <a:spLocks noGrp="1"/>
          </p:cNvSpPr>
          <p:nvPr>
            <p:ph type="body" orient="vert" idx="1"/>
          </p:nvPr>
        </p:nvSpPr>
        <p:spPr>
          <a:xfrm>
            <a:off x="628650" y="365125"/>
            <a:ext cx="5762625" cy="5811838"/>
          </a:xfrm>
          <a:prstGeom prst="rect">
            <a:avLst/>
          </a:prstGeom>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Tree>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cSld name="1_标题幻灯片">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a:prstGeom prst="rect">
            <a:avLst/>
          </a:prstGeo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14" name="Rectangle 4"/>
          <p:cNvSpPr>
            <a:spLocks noGrp="1" noChangeArrowheads="1"/>
          </p:cNvSpPr>
          <p:nvPr>
            <p:ph type="dt" sz="half" idx="2"/>
          </p:nvPr>
        </p:nvSpPr>
        <p:spPr>
          <a:xfrm>
            <a:off x="685800" y="6248400"/>
            <a:ext cx="1905000" cy="457200"/>
          </a:xfrm>
          <a:prstGeom prst="rect">
            <a:avLst/>
          </a:prstGeom>
        </p:spPr>
        <p:txBody>
          <a:bodyPr/>
          <a:lstStyle>
            <a:lvl1pPr>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2400" b="0" i="0" u="none" strike="noStrike" kern="1200" cap="none" spc="0" normalizeH="0" baseline="0" noProof="0">
              <a:ln>
                <a:noFill/>
              </a:ln>
              <a:solidFill>
                <a:schemeClr val="tx1"/>
              </a:solidFill>
              <a:effectLst/>
              <a:uLnTx/>
              <a:uFillTx/>
              <a:latin typeface="Arial" panose="020B0604020202020204" pitchFamily="34" charset="0"/>
              <a:ea typeface="华文中宋" panose="02010600040101010101" pitchFamily="2" charset="-122"/>
              <a:cs typeface="+mn-cs"/>
            </a:endParaRPr>
          </a:p>
        </p:txBody>
      </p:sp>
      <p:sp>
        <p:nvSpPr>
          <p:cNvPr id="15" name="Rectangle 5"/>
          <p:cNvSpPr>
            <a:spLocks noGrp="1" noChangeArrowheads="1"/>
          </p:cNvSpPr>
          <p:nvPr>
            <p:ph type="ftr" sz="quarter" idx="3"/>
          </p:nvPr>
        </p:nvSpPr>
        <p:spPr>
          <a:xfrm>
            <a:off x="3124200" y="6248400"/>
            <a:ext cx="2895600" cy="457200"/>
          </a:xfrm>
          <a:prstGeom prst="rect">
            <a:avLst/>
          </a:prstGeom>
        </p:spPr>
        <p:txBody>
          <a:bodyPr/>
          <a:lstStyle>
            <a:lvl1pPr>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2400" b="0" i="0" u="none" strike="noStrike" kern="1200" cap="none" spc="0" normalizeH="0" baseline="0" noProof="0">
              <a:ln>
                <a:noFill/>
              </a:ln>
              <a:solidFill>
                <a:schemeClr val="tx1"/>
              </a:solidFill>
              <a:effectLst/>
              <a:uLnTx/>
              <a:uFillTx/>
              <a:latin typeface="Arial" panose="020B0604020202020204" pitchFamily="34" charset="0"/>
              <a:ea typeface="华文中宋" panose="02010600040101010101" pitchFamily="2" charset="-122"/>
              <a:cs typeface="+mn-cs"/>
            </a:endParaRPr>
          </a:p>
        </p:txBody>
      </p:sp>
      <p:sp>
        <p:nvSpPr>
          <p:cNvPr id="16" name="Rectangle 6"/>
          <p:cNvSpPr>
            <a:spLocks noGrp="1" noChangeArrowheads="1"/>
          </p:cNvSpPr>
          <p:nvPr>
            <p:ph type="sldNum" sz="quarter" idx="4"/>
          </p:nvPr>
        </p:nvSpPr>
        <p:spPr>
          <a:xfrm>
            <a:off x="6553200" y="6248400"/>
            <a:ext cx="1905000" cy="457200"/>
          </a:xfrm>
          <a:prstGeom prst="rect">
            <a:avLst/>
          </a:prstGeom>
        </p:spPr>
        <p:txBody>
          <a:bodyPr/>
          <a:lstStyle>
            <a:lvl1pPr>
              <a:defRPr/>
            </a:lvl1pPr>
          </a:lstStyle>
          <a:p>
            <a:pPr marL="0" marR="0" lvl="0" indent="0" algn="l" defTabSz="914400" rtl="0" eaLnBrk="0" fontAlgn="base" latinLnBrk="0" hangingPunct="0">
              <a:lnSpc>
                <a:spcPct val="100000"/>
              </a:lnSpc>
              <a:spcBef>
                <a:spcPct val="0"/>
              </a:spcBef>
              <a:spcAft>
                <a:spcPct val="0"/>
              </a:spcAft>
              <a:buClrTx/>
              <a:buSzTx/>
              <a:buFontTx/>
              <a:buNone/>
              <a:defRPr/>
            </a:pPr>
            <a:fld id="{C8BAE7BD-DCF2-450E-9DDD-B74938C15008}" type="slidenum">
              <a:rPr kumimoji="0" lang="en-US" altLang="zh-CN" sz="2400" b="0" i="0" u="none" strike="noStrike" kern="1200" cap="none" spc="0" normalizeH="0" baseline="0" noProof="0">
                <a:ln>
                  <a:noFill/>
                </a:ln>
                <a:solidFill>
                  <a:schemeClr val="tx1"/>
                </a:solidFill>
                <a:effectLst/>
                <a:uLnTx/>
                <a:uFillTx/>
                <a:latin typeface="Arial" panose="020B0604020202020204" pitchFamily="34" charset="0"/>
                <a:ea typeface="华文中宋" panose="02010600040101010101" pitchFamily="2" charset="-122"/>
                <a:cs typeface="+mn-cs"/>
              </a:rPr>
              <a:t>‹#›</a:t>
            </a:fld>
            <a:endParaRPr kumimoji="0" lang="en-US" altLang="zh-CN" sz="2400" b="0" i="0" u="none" strike="noStrike" kern="1200" cap="none" spc="0" normalizeH="0" baseline="0" noProof="0">
              <a:ln>
                <a:noFill/>
              </a:ln>
              <a:solidFill>
                <a:schemeClr val="tx1"/>
              </a:solidFill>
              <a:effectLst/>
              <a:uLnTx/>
              <a:uFillTx/>
              <a:latin typeface="Arial" panose="020B0604020202020204" pitchFamily="34" charset="0"/>
              <a:ea typeface="华文中宋" panose="02010600040101010101" pitchFamily="2" charset="-122"/>
              <a:cs typeface="+mn-cs"/>
            </a:endParaRPr>
          </a:p>
        </p:txBody>
      </p:sp>
    </p:spTree>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40" descr="bj"/>
          <p:cNvPicPr>
            <a:picLocks noChangeAspect="1"/>
          </p:cNvPicPr>
          <p:nvPr userDrawn="1"/>
        </p:nvPicPr>
        <p:blipFill>
          <a:blip r:embed="rId14"/>
          <a:stretch>
            <a:fillRect/>
          </a:stretch>
        </p:blipFill>
        <p:spPr>
          <a:xfrm>
            <a:off x="0" y="6134100"/>
            <a:ext cx="9144000" cy="739775"/>
          </a:xfrm>
          <a:prstGeom prst="rect">
            <a:avLst/>
          </a:prstGeom>
          <a:noFill/>
          <a:ln w="9525">
            <a:noFill/>
          </a:ln>
        </p:spPr>
      </p:pic>
      <p:grpSp>
        <p:nvGrpSpPr>
          <p:cNvPr id="1027" name="Group 20"/>
          <p:cNvGrpSpPr/>
          <p:nvPr userDrawn="1"/>
        </p:nvGrpSpPr>
        <p:grpSpPr>
          <a:xfrm>
            <a:off x="6805613" y="6415088"/>
            <a:ext cx="198437" cy="327025"/>
            <a:chOff x="3492" y="3902"/>
            <a:chExt cx="155" cy="257"/>
          </a:xfrm>
        </p:grpSpPr>
        <p:sp>
          <p:nvSpPr>
            <p:cNvPr id="462869" name="AutoShape 21">
              <a:hlinkClick r:id="" action="ppaction://hlinkshowjump?jump=lastslide"/>
            </p:cNvPr>
            <p:cNvSpPr>
              <a:spLocks noChangeArrowheads="1"/>
            </p:cNvSpPr>
            <p:nvPr/>
          </p:nvSpPr>
          <p:spPr bwMode="auto">
            <a:xfrm rot="5400000">
              <a:off x="3440" y="3952"/>
              <a:ext cx="257" cy="155"/>
            </a:xfrm>
            <a:prstGeom prst="triangle">
              <a:avLst>
                <a:gd name="adj" fmla="val 50000"/>
              </a:avLst>
            </a:prstGeom>
            <a:solidFill>
              <a:schemeClr val="accent1"/>
            </a:solidFill>
            <a:ln>
              <a:noFill/>
            </a:ln>
            <a:effectLst>
              <a:prstShdw prst="shdw17" dist="17961" dir="2700000">
                <a:schemeClr val="accent1">
                  <a:gamma/>
                  <a:shade val="60000"/>
                  <a:invGamma/>
                </a:schemeClr>
              </a:prstShdw>
            </a:effectLst>
            <a:extLst>
              <a:ext uri="{91240B29-F687-4F45-9708-019B960494DF}">
                <a14:hiddenLine xmlns:a14="http://schemas.microsoft.com/office/drawing/2010/main" w="9525">
                  <a:solidFill>
                    <a:srgbClr val="ACEAFE"/>
                  </a:solidFill>
                  <a:miter lim="800000"/>
                  <a:headEnd/>
                  <a:tailEnd/>
                </a14:hiddenLine>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Arial" panose="020B0604020202020204" pitchFamily="34" charset="0"/>
                <a:ea typeface="华文中宋" panose="02010600040101010101" pitchFamily="2" charset="-122"/>
                <a:cs typeface="+mn-cs"/>
              </a:endParaRPr>
            </a:p>
          </p:txBody>
        </p:sp>
        <p:sp>
          <p:nvSpPr>
            <p:cNvPr id="1037" name="Line 22">
              <a:hlinkClick r:id="" action="ppaction://hlinkshowjump?jump=lastslide"/>
            </p:cNvPr>
            <p:cNvSpPr/>
            <p:nvPr userDrawn="1"/>
          </p:nvSpPr>
          <p:spPr>
            <a:xfrm>
              <a:off x="3647" y="3923"/>
              <a:ext cx="0" cy="204"/>
            </a:xfrm>
            <a:prstGeom prst="line">
              <a:avLst/>
            </a:prstGeom>
            <a:ln w="28575" cap="flat" cmpd="sng">
              <a:solidFill>
                <a:srgbClr val="ACEAFE"/>
              </a:solidFill>
              <a:prstDash val="solid"/>
              <a:headEnd type="none" w="med" len="med"/>
              <a:tailEnd type="none" w="med" len="med"/>
            </a:ln>
            <a:effectLst>
              <a:prstShdw prst="shdw17" dist="17961" dir="2699999">
                <a:srgbClr val="678C98"/>
              </a:prstShdw>
            </a:effectLst>
          </p:spPr>
        </p:sp>
      </p:grpSp>
      <p:sp>
        <p:nvSpPr>
          <p:cNvPr id="462871" name="AutoShape 23">
            <a:hlinkClick r:id="" action="ppaction://hlinkshowjump?jump=nextslide"/>
          </p:cNvPr>
          <p:cNvSpPr>
            <a:spLocks noChangeArrowheads="1"/>
          </p:cNvSpPr>
          <p:nvPr/>
        </p:nvSpPr>
        <p:spPr bwMode="auto">
          <a:xfrm rot="5400000">
            <a:off x="7471569" y="6479381"/>
            <a:ext cx="327025" cy="198438"/>
          </a:xfrm>
          <a:prstGeom prst="triangle">
            <a:avLst>
              <a:gd name="adj" fmla="val 50000"/>
            </a:avLst>
          </a:prstGeom>
          <a:solidFill>
            <a:schemeClr val="accent1"/>
          </a:solidFill>
          <a:ln>
            <a:noFill/>
          </a:ln>
          <a:effectLst>
            <a:prstShdw prst="shdw17" dist="17961" dir="2700000">
              <a:schemeClr val="accent1">
                <a:gamma/>
                <a:shade val="60000"/>
                <a:invGamma/>
              </a:schemeClr>
            </a:prstShdw>
          </a:effectLst>
          <a:extLst>
            <a:ext uri="{91240B29-F687-4F45-9708-019B960494DF}">
              <a14:hiddenLine xmlns:a14="http://schemas.microsoft.com/office/drawing/2010/main" w="9525">
                <a:solidFill>
                  <a:srgbClr val="ACEAFE"/>
                </a:solidFill>
                <a:miter lim="800000"/>
                <a:headEnd/>
                <a:tailEnd/>
              </a14:hiddenLine>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Arial" panose="020B0604020202020204" pitchFamily="34" charset="0"/>
              <a:ea typeface="华文中宋" panose="02010600040101010101" pitchFamily="2" charset="-122"/>
              <a:cs typeface="+mn-cs"/>
            </a:endParaRPr>
          </a:p>
        </p:txBody>
      </p:sp>
      <p:sp>
        <p:nvSpPr>
          <p:cNvPr id="462872" name="AutoShape 24">
            <a:hlinkClick r:id="" action="ppaction://hlinkshowjump?jump=previousslide"/>
          </p:cNvPr>
          <p:cNvSpPr>
            <a:spLocks noChangeArrowheads="1"/>
          </p:cNvSpPr>
          <p:nvPr/>
        </p:nvSpPr>
        <p:spPr bwMode="auto">
          <a:xfrm rot="16200000">
            <a:off x="8019256" y="6479381"/>
            <a:ext cx="327025" cy="198438"/>
          </a:xfrm>
          <a:prstGeom prst="triangle">
            <a:avLst>
              <a:gd name="adj" fmla="val 50000"/>
            </a:avLst>
          </a:prstGeom>
          <a:solidFill>
            <a:schemeClr val="accent1"/>
          </a:solidFill>
          <a:ln>
            <a:noFill/>
          </a:ln>
          <a:effectLst>
            <a:prstShdw prst="shdw17" dist="17961" dir="2700000">
              <a:schemeClr val="accent1">
                <a:gamma/>
                <a:shade val="60000"/>
                <a:invGamma/>
              </a:schemeClr>
            </a:prstShdw>
          </a:effectLst>
          <a:extLst>
            <a:ext uri="{91240B29-F687-4F45-9708-019B960494DF}">
              <a14:hiddenLine xmlns:a14="http://schemas.microsoft.com/office/drawing/2010/main" w="9525">
                <a:solidFill>
                  <a:srgbClr val="ACEAFE"/>
                </a:solidFill>
                <a:miter lim="800000"/>
                <a:headEnd/>
                <a:tailEnd/>
              </a14:hiddenLine>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Arial" panose="020B0604020202020204" pitchFamily="34" charset="0"/>
              <a:ea typeface="华文中宋" panose="02010600040101010101" pitchFamily="2" charset="-122"/>
              <a:cs typeface="+mn-cs"/>
            </a:endParaRPr>
          </a:p>
        </p:txBody>
      </p:sp>
      <p:grpSp>
        <p:nvGrpSpPr>
          <p:cNvPr id="1030" name="Group 25"/>
          <p:cNvGrpSpPr/>
          <p:nvPr userDrawn="1"/>
        </p:nvGrpSpPr>
        <p:grpSpPr>
          <a:xfrm>
            <a:off x="8766175" y="6415088"/>
            <a:ext cx="198438" cy="327025"/>
            <a:chOff x="4558" y="3875"/>
            <a:chExt cx="155" cy="257"/>
          </a:xfrm>
        </p:grpSpPr>
        <p:sp>
          <p:nvSpPr>
            <p:cNvPr id="462874" name="AutoShape 26">
              <a:hlinkClick r:id="" action="ppaction://hlinkshowjump?jump=firstslide"/>
            </p:cNvPr>
            <p:cNvSpPr>
              <a:spLocks noChangeArrowheads="1"/>
            </p:cNvSpPr>
            <p:nvPr/>
          </p:nvSpPr>
          <p:spPr bwMode="auto">
            <a:xfrm rot="16200000">
              <a:off x="4506" y="3925"/>
              <a:ext cx="257" cy="155"/>
            </a:xfrm>
            <a:prstGeom prst="triangle">
              <a:avLst>
                <a:gd name="adj" fmla="val 50000"/>
              </a:avLst>
            </a:prstGeom>
            <a:solidFill>
              <a:schemeClr val="accent1"/>
            </a:solidFill>
            <a:ln>
              <a:noFill/>
            </a:ln>
            <a:effectLst>
              <a:prstShdw prst="shdw17" dist="17961" dir="2700000">
                <a:schemeClr val="accent1">
                  <a:gamma/>
                  <a:shade val="60000"/>
                  <a:invGamma/>
                </a:schemeClr>
              </a:prstShdw>
            </a:effectLst>
            <a:extLst>
              <a:ext uri="{91240B29-F687-4F45-9708-019B960494DF}">
                <a14:hiddenLine xmlns:a14="http://schemas.microsoft.com/office/drawing/2010/main" w="9525">
                  <a:solidFill>
                    <a:srgbClr val="ACEAFE"/>
                  </a:solidFill>
                  <a:miter lim="800000"/>
                  <a:headEnd/>
                  <a:tailEnd/>
                </a14:hiddenLine>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Arial" panose="020B0604020202020204" pitchFamily="34" charset="0"/>
                <a:ea typeface="华文中宋" panose="02010600040101010101" pitchFamily="2" charset="-122"/>
                <a:cs typeface="+mn-cs"/>
              </a:endParaRPr>
            </a:p>
          </p:txBody>
        </p:sp>
        <p:sp>
          <p:nvSpPr>
            <p:cNvPr id="1035" name="Line 27"/>
            <p:cNvSpPr/>
            <p:nvPr userDrawn="1"/>
          </p:nvSpPr>
          <p:spPr>
            <a:xfrm>
              <a:off x="4558" y="3896"/>
              <a:ext cx="0" cy="204"/>
            </a:xfrm>
            <a:prstGeom prst="line">
              <a:avLst/>
            </a:prstGeom>
            <a:ln w="28575" cap="flat" cmpd="sng">
              <a:solidFill>
                <a:srgbClr val="ACEAFE"/>
              </a:solidFill>
              <a:prstDash val="solid"/>
              <a:headEnd type="none" w="med" len="med"/>
              <a:tailEnd type="none" w="med" len="med"/>
            </a:ln>
            <a:effectLst>
              <a:prstShdw prst="shdw17" dist="17961" dir="2699999">
                <a:srgbClr val="678C98"/>
              </a:prstShdw>
            </a:effectLst>
          </p:spPr>
        </p:sp>
      </p:grpSp>
      <p:pic>
        <p:nvPicPr>
          <p:cNvPr id="1031" name="Picture 37" descr="bj"/>
          <p:cNvPicPr>
            <a:picLocks noChangeAspect="1"/>
          </p:cNvPicPr>
          <p:nvPr userDrawn="1"/>
        </p:nvPicPr>
        <p:blipFill>
          <a:blip r:embed="rId14"/>
          <a:stretch>
            <a:fillRect/>
          </a:stretch>
        </p:blipFill>
        <p:spPr>
          <a:xfrm>
            <a:off x="0" y="0"/>
            <a:ext cx="9144000" cy="911225"/>
          </a:xfrm>
          <a:prstGeom prst="rect">
            <a:avLst/>
          </a:prstGeom>
          <a:noFill/>
          <a:ln w="9525">
            <a:noFill/>
          </a:ln>
        </p:spPr>
      </p:pic>
      <p:sp>
        <p:nvSpPr>
          <p:cNvPr id="2" name="Rectangle 33"/>
          <p:cNvSpPr>
            <a:spLocks noChangeArrowheads="1"/>
          </p:cNvSpPr>
          <p:nvPr/>
        </p:nvSpPr>
        <p:spPr bwMode="auto">
          <a:xfrm>
            <a:off x="0" y="911225"/>
            <a:ext cx="9144000" cy="73025"/>
          </a:xfrm>
          <a:prstGeom prst="rect">
            <a:avLst/>
          </a:prstGeom>
          <a:gradFill rotWithShape="1">
            <a:gsLst>
              <a:gs pos="0">
                <a:srgbClr val="FF3300"/>
              </a:gs>
              <a:gs pos="100000">
                <a:schemeClr val="bg1"/>
              </a:gs>
            </a:gsLst>
            <a:lin ang="0" scaled="1"/>
          </a:gradFill>
          <a:ln>
            <a:noFill/>
          </a:ln>
          <a:effectLst/>
          <a:extLst>
            <a:ext uri="{91240B29-F687-4F45-9708-019B960494DF}">
              <a14:hiddenLine xmlns:a14="http://schemas.microsoft.com/office/drawing/2010/main" w="9525">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华文中宋" panose="02010600040101010101" pitchFamily="2" charset="-122"/>
              </a:defRPr>
            </a:lvl1pPr>
            <a:lvl2pPr marL="742950" indent="-285750">
              <a:defRPr sz="2400">
                <a:solidFill>
                  <a:schemeClr val="tx1"/>
                </a:solidFill>
                <a:latin typeface="Arial" panose="020B0604020202020204" pitchFamily="34" charset="0"/>
                <a:ea typeface="华文中宋" panose="02010600040101010101" pitchFamily="2" charset="-122"/>
              </a:defRPr>
            </a:lvl2pPr>
            <a:lvl3pPr marL="1143000" indent="-228600">
              <a:defRPr sz="2400">
                <a:solidFill>
                  <a:schemeClr val="tx1"/>
                </a:solidFill>
                <a:latin typeface="Arial" panose="020B0604020202020204" pitchFamily="34" charset="0"/>
                <a:ea typeface="华文中宋" panose="02010600040101010101" pitchFamily="2" charset="-122"/>
              </a:defRPr>
            </a:lvl3pPr>
            <a:lvl4pPr marL="1600200" indent="-228600">
              <a:defRPr sz="2400">
                <a:solidFill>
                  <a:schemeClr val="tx1"/>
                </a:solidFill>
                <a:latin typeface="Arial" panose="020B0604020202020204" pitchFamily="34" charset="0"/>
                <a:ea typeface="华文中宋" panose="02010600040101010101" pitchFamily="2" charset="-122"/>
              </a:defRPr>
            </a:lvl4pPr>
            <a:lvl5pPr marL="2057400" indent="-228600">
              <a:defRPr sz="24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华文中宋" panose="020106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Arial" panose="020B0604020202020204" pitchFamily="34" charset="0"/>
              <a:ea typeface="华文中宋" panose="02010600040101010101" pitchFamily="2" charset="-122"/>
              <a:cs typeface="+mn-cs"/>
            </a:endParaRPr>
          </a:p>
        </p:txBody>
      </p:sp>
      <p:sp>
        <p:nvSpPr>
          <p:cNvPr id="1033" name="Rectangle 34"/>
          <p:cNvSpPr>
            <a:spLocks noChangeArrowheads="1"/>
          </p:cNvSpPr>
          <p:nvPr/>
        </p:nvSpPr>
        <p:spPr bwMode="auto">
          <a:xfrm>
            <a:off x="0" y="6173788"/>
            <a:ext cx="9144000" cy="73025"/>
          </a:xfrm>
          <a:prstGeom prst="rect">
            <a:avLst/>
          </a:prstGeom>
          <a:gradFill rotWithShape="1">
            <a:gsLst>
              <a:gs pos="0">
                <a:schemeClr val="bg1"/>
              </a:gs>
              <a:gs pos="100000">
                <a:srgbClr val="FF3300"/>
              </a:gs>
            </a:gsLst>
            <a:lin ang="0" scaled="1"/>
          </a:gradFill>
          <a:ln>
            <a:noFill/>
          </a:ln>
          <a:effectLst/>
          <a:extLst>
            <a:ext uri="{91240B29-F687-4F45-9708-019B960494DF}">
              <a14:hiddenLine xmlns:a14="http://schemas.microsoft.com/office/drawing/2010/main" w="9525">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华文中宋" panose="02010600040101010101" pitchFamily="2" charset="-122"/>
              </a:defRPr>
            </a:lvl1pPr>
            <a:lvl2pPr marL="742950" indent="-285750">
              <a:defRPr sz="2400">
                <a:solidFill>
                  <a:schemeClr val="tx1"/>
                </a:solidFill>
                <a:latin typeface="Arial" panose="020B0604020202020204" pitchFamily="34" charset="0"/>
                <a:ea typeface="华文中宋" panose="02010600040101010101" pitchFamily="2" charset="-122"/>
              </a:defRPr>
            </a:lvl2pPr>
            <a:lvl3pPr marL="1143000" indent="-228600">
              <a:defRPr sz="2400">
                <a:solidFill>
                  <a:schemeClr val="tx1"/>
                </a:solidFill>
                <a:latin typeface="Arial" panose="020B0604020202020204" pitchFamily="34" charset="0"/>
                <a:ea typeface="华文中宋" panose="02010600040101010101" pitchFamily="2" charset="-122"/>
              </a:defRPr>
            </a:lvl3pPr>
            <a:lvl4pPr marL="1600200" indent="-228600">
              <a:defRPr sz="2400">
                <a:solidFill>
                  <a:schemeClr val="tx1"/>
                </a:solidFill>
                <a:latin typeface="Arial" panose="020B0604020202020204" pitchFamily="34" charset="0"/>
                <a:ea typeface="华文中宋" panose="02010600040101010101" pitchFamily="2" charset="-122"/>
              </a:defRPr>
            </a:lvl4pPr>
            <a:lvl5pPr marL="2057400" indent="-228600">
              <a:defRPr sz="24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华文中宋" panose="020106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Arial" panose="020B0604020202020204" pitchFamily="34" charset="0"/>
              <a:ea typeface="华文中宋" panose="0201060004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ransition/>
  <p:hf sldNum="0" hdr="0" ftr="0" dt="0"/>
  <p:txStyles>
    <p:title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6.jpe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oleObject" Target="../embeddings/oleObject2.bin"/><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8" Type="http://schemas.openxmlformats.org/officeDocument/2006/relationships/image" Target="../media/image12.wmf"/><Relationship Id="rId3" Type="http://schemas.openxmlformats.org/officeDocument/2006/relationships/oleObject" Target="../embeddings/oleObject3.bin"/><Relationship Id="rId7" Type="http://schemas.openxmlformats.org/officeDocument/2006/relationships/oleObject" Target="../embeddings/oleObject5.bin"/><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11.wmf"/><Relationship Id="rId5" Type="http://schemas.openxmlformats.org/officeDocument/2006/relationships/oleObject" Target="../embeddings/oleObject4.bin"/><Relationship Id="rId4" Type="http://schemas.openxmlformats.org/officeDocument/2006/relationships/image" Target="../media/image10.wmf"/></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8" Type="http://schemas.openxmlformats.org/officeDocument/2006/relationships/oleObject" Target="../embeddings/oleObject10.bin"/><Relationship Id="rId3" Type="http://schemas.openxmlformats.org/officeDocument/2006/relationships/image" Target="../media/image14.wmf"/><Relationship Id="rId7" Type="http://schemas.openxmlformats.org/officeDocument/2006/relationships/image" Target="../media/image16.wmf"/><Relationship Id="rId2" Type="http://schemas.openxmlformats.org/officeDocument/2006/relationships/oleObject" Target="../embeddings/oleObject7.bin"/><Relationship Id="rId1" Type="http://schemas.openxmlformats.org/officeDocument/2006/relationships/slideLayout" Target="../slideLayouts/slideLayout7.xml"/><Relationship Id="rId6" Type="http://schemas.openxmlformats.org/officeDocument/2006/relationships/oleObject" Target="../embeddings/oleObject9.bin"/><Relationship Id="rId5" Type="http://schemas.openxmlformats.org/officeDocument/2006/relationships/image" Target="../media/image15.wmf"/><Relationship Id="rId4" Type="http://schemas.openxmlformats.org/officeDocument/2006/relationships/oleObject" Target="../embeddings/oleObject8.bin"/><Relationship Id="rId9" Type="http://schemas.openxmlformats.org/officeDocument/2006/relationships/image" Target="../media/image17.wmf"/></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oleObject" Target="../embeddings/oleObject11.bin"/><Relationship Id="rId1" Type="http://schemas.openxmlformats.org/officeDocument/2006/relationships/slideLayout" Target="../slideLayouts/slideLayout7.xml"/><Relationship Id="rId5" Type="http://schemas.openxmlformats.org/officeDocument/2006/relationships/image" Target="../media/image20.png"/><Relationship Id="rId4" Type="http://schemas.openxmlformats.org/officeDocument/2006/relationships/oleObject" Target="../embeddings/oleObject12.bin"/></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22.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emf"/><Relationship Id="rId1" Type="http://schemas.openxmlformats.org/officeDocument/2006/relationships/slideLayout" Target="../slideLayouts/slideLayout7.xml"/><Relationship Id="rId4" Type="http://schemas.openxmlformats.org/officeDocument/2006/relationships/image" Target="../media/image25.png"/></Relationships>
</file>

<file path=ppt/slides/_rels/slide2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29.emf"/><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31.emf"/><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emf"/><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descr="图片1a"/>
          <p:cNvPicPr>
            <a:picLocks noChangeAspect="1"/>
          </p:cNvPicPr>
          <p:nvPr/>
        </p:nvPicPr>
        <p:blipFill>
          <a:blip r:embed="rId2"/>
          <a:stretch>
            <a:fillRect/>
          </a:stretch>
        </p:blipFill>
        <p:spPr>
          <a:xfrm>
            <a:off x="0" y="549275"/>
            <a:ext cx="9144000" cy="6308725"/>
          </a:xfrm>
          <a:prstGeom prst="rect">
            <a:avLst/>
          </a:prstGeom>
          <a:noFill/>
          <a:ln w="9525">
            <a:noFill/>
          </a:ln>
        </p:spPr>
      </p:pic>
      <p:sp>
        <p:nvSpPr>
          <p:cNvPr id="5123" name="Rectangle 4"/>
          <p:cNvSpPr/>
          <p:nvPr/>
        </p:nvSpPr>
        <p:spPr>
          <a:xfrm>
            <a:off x="0" y="5949950"/>
            <a:ext cx="9144000" cy="908050"/>
          </a:xfrm>
          <a:prstGeom prst="rect">
            <a:avLst/>
          </a:prstGeom>
          <a:solidFill>
            <a:srgbClr val="008080"/>
          </a:solidFill>
          <a:ln w="9525">
            <a:noFill/>
          </a:ln>
        </p:spPr>
        <p:txBody>
          <a:bodyPr wrap="none" anchor="ctr" anchorCtr="0"/>
          <a:lstStyle/>
          <a:p>
            <a:pPr algn="ctr" eaLnBrk="1" hangingPunct="1"/>
            <a:r>
              <a:rPr lang="en-US" altLang="zh-CN" sz="2800" b="1" i="1" dirty="0">
                <a:latin typeface="Times New Roman" panose="02020603050405020304" pitchFamily="18" charset="0"/>
              </a:rPr>
              <a:t>                                                       </a:t>
            </a:r>
            <a:endParaRPr lang="en-US" altLang="zh-CN" sz="2800" b="1" i="1" dirty="0">
              <a:solidFill>
                <a:srgbClr val="000066"/>
              </a:solidFill>
              <a:latin typeface="Times New Roman" panose="02020603050405020304" pitchFamily="18" charset="0"/>
            </a:endParaRPr>
          </a:p>
        </p:txBody>
      </p:sp>
      <p:sp>
        <p:nvSpPr>
          <p:cNvPr id="5124" name="Rectangle 5"/>
          <p:cNvSpPr/>
          <p:nvPr/>
        </p:nvSpPr>
        <p:spPr>
          <a:xfrm>
            <a:off x="0" y="0"/>
            <a:ext cx="9144000" cy="908050"/>
          </a:xfrm>
          <a:prstGeom prst="rect">
            <a:avLst/>
          </a:prstGeom>
          <a:solidFill>
            <a:srgbClr val="008080"/>
          </a:solidFill>
          <a:ln w="9525">
            <a:noFill/>
          </a:ln>
        </p:spPr>
        <p:txBody>
          <a:bodyPr wrap="none" anchor="ctr" anchorCtr="0"/>
          <a:lstStyle/>
          <a:p>
            <a:pPr eaLnBrk="1" hangingPunct="1"/>
            <a:endParaRPr lang="zh-CN" altLang="en-US" dirty="0">
              <a:solidFill>
                <a:srgbClr val="008080"/>
              </a:solidFill>
              <a:latin typeface="Arial" panose="020B0604020202020204" pitchFamily="34" charset="0"/>
            </a:endParaRPr>
          </a:p>
        </p:txBody>
      </p:sp>
      <p:sp>
        <p:nvSpPr>
          <p:cNvPr id="5125" name="WordArt 8"/>
          <p:cNvSpPr>
            <a:spLocks noTextEdit="1"/>
          </p:cNvSpPr>
          <p:nvPr/>
        </p:nvSpPr>
        <p:spPr>
          <a:xfrm>
            <a:off x="4356100" y="3789363"/>
            <a:ext cx="3095625" cy="503237"/>
          </a:xfrm>
          <a:prstGeom prst="rect">
            <a:avLst/>
          </a:prstGeom>
        </p:spPr>
        <p:txBody>
          <a:bodyPr wrap="none" fromWordArt="1">
            <a:prstTxWarp prst="textPlain">
              <a:avLst>
                <a:gd name="adj" fmla="val 50000"/>
              </a:avLst>
            </a:prstTxWarp>
            <a:normAutofit fontScale="85000" lnSpcReduction="20000"/>
          </a:bodyPr>
          <a:lstStyle/>
          <a:p>
            <a:pPr algn="ctr"/>
            <a:r>
              <a:rPr lang="zh-CN" altLang="en-US" sz="3600" b="1">
                <a:solidFill>
                  <a:srgbClr val="000066"/>
                </a:solidFill>
                <a:effectLst>
                  <a:prstShdw prst="shdw13" dist="53882" dir="13499999">
                    <a:srgbClr val="808080">
                      <a:alpha val="50000"/>
                    </a:srgbClr>
                  </a:prstShdw>
                </a:effectLst>
                <a:latin typeface="华文隶书" panose="02010800040101010101" charset="-122"/>
                <a:ea typeface="华文隶书" panose="02010800040101010101" charset="-122"/>
              </a:rPr>
              <a:t>电源设计</a:t>
            </a:r>
          </a:p>
        </p:txBody>
      </p:sp>
      <p:sp>
        <p:nvSpPr>
          <p:cNvPr id="5126" name="WordArt 9"/>
          <p:cNvSpPr>
            <a:spLocks noTextEdit="1"/>
          </p:cNvSpPr>
          <p:nvPr/>
        </p:nvSpPr>
        <p:spPr>
          <a:xfrm>
            <a:off x="3779838" y="2205038"/>
            <a:ext cx="4575175" cy="935037"/>
          </a:xfrm>
          <a:prstGeom prst="rect">
            <a:avLst/>
          </a:prstGeom>
        </p:spPr>
        <p:txBody>
          <a:bodyPr wrap="none" fromWordArt="1">
            <a:prstTxWarp prst="textPlain">
              <a:avLst>
                <a:gd name="adj" fmla="val 50593"/>
              </a:avLst>
            </a:prstTxWarp>
            <a:normAutofit/>
          </a:bodyPr>
          <a:lstStyle/>
          <a:p>
            <a:pPr algn="ctr"/>
            <a:r>
              <a:rPr lang="zh-CN" altLang="en-US" sz="3600">
                <a:solidFill>
                  <a:srgbClr val="000066"/>
                </a:solidFill>
                <a:effectLst>
                  <a:prstShdw prst="shdw13" dist="53882" dir="13499999">
                    <a:srgbClr val="808080">
                      <a:alpha val="50000"/>
                    </a:srgbClr>
                  </a:prstShdw>
                </a:effectLst>
                <a:latin typeface="华文隶书" panose="02010800040101010101" charset="-122"/>
                <a:ea typeface="华文隶书" panose="02010800040101010101" charset="-122"/>
              </a:rPr>
              <a:t>大学物理实验</a:t>
            </a: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24"/>
          <p:cNvSpPr txBox="1">
            <a:spLocks noChangeArrowheads="1"/>
          </p:cNvSpPr>
          <p:nvPr/>
        </p:nvSpPr>
        <p:spPr bwMode="auto">
          <a:xfrm>
            <a:off x="533400" y="1066800"/>
            <a:ext cx="8207375" cy="4568825"/>
          </a:xfrm>
          <a:prstGeom prst="rect">
            <a:avLst/>
          </a:prstGeom>
          <a:noFill/>
          <a:ln w="9525">
            <a:noFill/>
            <a:miter lim="800000"/>
          </a:ln>
          <a:effectLst/>
        </p:spPr>
        <p:txBody>
          <a:bodyPr/>
          <a:lstStyle/>
          <a:p>
            <a:pPr marL="342900" marR="0" indent="-342900" defTabSz="914400" eaLnBrk="1" hangingPunct="1">
              <a:spcBef>
                <a:spcPct val="20000"/>
              </a:spcBef>
              <a:buClrTx/>
              <a:buSzTx/>
              <a:buFont typeface="Wingdings" panose="05000000000000000000" pitchFamily="2" charset="2"/>
              <a:buNone/>
              <a:defRPr/>
            </a:pPr>
            <a:r>
              <a:rPr kumimoji="0" lang="en-US" altLang="zh-CN" b="1" kern="0" cap="none" spc="0" normalizeH="0" baseline="0" noProof="0" dirty="0">
                <a:solidFill>
                  <a:srgbClr val="002060"/>
                </a:solidFill>
                <a:latin typeface="华文中宋" panose="02010600040101010101" pitchFamily="2" charset="-122"/>
                <a:ea typeface="华文中宋" panose="02010600040101010101" pitchFamily="2" charset="-122"/>
                <a:cs typeface="+mn-cs"/>
              </a:rPr>
              <a:t>     </a:t>
            </a:r>
            <a:r>
              <a:rPr kumimoji="0" lang="en-US" altLang="zh-CN" b="1" kern="0" cap="none" spc="0" normalizeH="0" baseline="0" noProof="0" dirty="0">
                <a:solidFill>
                  <a:srgbClr val="002060"/>
                </a:solidFill>
                <a:latin typeface="华文中宋" panose="02010600040101010101" pitchFamily="2" charset="-122"/>
                <a:ea typeface="华文中宋" panose="02010600040101010101" pitchFamily="2" charset="-122"/>
                <a:cs typeface="Arial" panose="020B0604020202020204" pitchFamily="34" charset="0"/>
              </a:rPr>
              <a:t>    </a:t>
            </a:r>
            <a:r>
              <a:rPr kumimoji="0" lang="zh-CN" altLang="en-US" b="1" kern="0" cap="none" spc="0" normalizeH="0" baseline="0" noProof="0" dirty="0">
                <a:solidFill>
                  <a:srgbClr val="002060"/>
                </a:solidFill>
                <a:latin typeface="华文中宋" panose="02010600040101010101" pitchFamily="2" charset="-122"/>
                <a:ea typeface="华文中宋" panose="02010600040101010101" pitchFamily="2" charset="-122"/>
                <a:cs typeface="Arial" panose="020B0604020202020204" pitchFamily="34" charset="0"/>
              </a:rPr>
              <a:t>生活中、生产中、电器都需要稳定的直流电源提供。日常生活，生产中提供电能的主要是工频（</a:t>
            </a:r>
            <a:r>
              <a:rPr kumimoji="0" lang="en-US" altLang="zh-CN" b="1" kern="0" cap="none" spc="0" normalizeH="0" baseline="0" noProof="0" dirty="0">
                <a:solidFill>
                  <a:srgbClr val="002060"/>
                </a:solidFill>
                <a:latin typeface="华文中宋" panose="02010600040101010101" pitchFamily="2" charset="-122"/>
                <a:ea typeface="华文中宋" panose="02010600040101010101" pitchFamily="2" charset="-122"/>
                <a:cs typeface="Arial" panose="020B0604020202020204" pitchFamily="34" charset="0"/>
              </a:rPr>
              <a:t>220V</a:t>
            </a:r>
            <a:r>
              <a:rPr kumimoji="0" lang="zh-CN" altLang="en-US" b="1" kern="0" cap="none" spc="0" normalizeH="0" baseline="0" noProof="0" dirty="0">
                <a:solidFill>
                  <a:srgbClr val="002060"/>
                </a:solidFill>
                <a:latin typeface="华文中宋" panose="02010600040101010101" pitchFamily="2" charset="-122"/>
                <a:ea typeface="华文中宋" panose="02010600040101010101" pitchFamily="2" charset="-122"/>
                <a:cs typeface="Arial" panose="020B0604020202020204" pitchFamily="34" charset="0"/>
              </a:rPr>
              <a:t>，</a:t>
            </a:r>
            <a:r>
              <a:rPr kumimoji="0" lang="en-US" altLang="zh-CN" b="1" kern="0" cap="none" spc="0" normalizeH="0" baseline="0" noProof="0" dirty="0">
                <a:solidFill>
                  <a:srgbClr val="002060"/>
                </a:solidFill>
                <a:latin typeface="华文中宋" panose="02010600040101010101" pitchFamily="2" charset="-122"/>
                <a:ea typeface="华文中宋" panose="02010600040101010101" pitchFamily="2" charset="-122"/>
                <a:cs typeface="Arial" panose="020B0604020202020204" pitchFamily="34" charset="0"/>
              </a:rPr>
              <a:t>50</a:t>
            </a:r>
            <a:r>
              <a:rPr kumimoji="0" lang="zh-CN" altLang="en-US" b="1" kern="0" cap="none" spc="0" normalizeH="0" baseline="0" noProof="0" dirty="0">
                <a:solidFill>
                  <a:srgbClr val="002060"/>
                </a:solidFill>
                <a:latin typeface="华文中宋" panose="02010600040101010101" pitchFamily="2" charset="-122"/>
                <a:ea typeface="华文中宋" panose="02010600040101010101" pitchFamily="2" charset="-122"/>
                <a:cs typeface="Arial" panose="020B0604020202020204" pitchFamily="34" charset="0"/>
              </a:rPr>
              <a:t>赫兹）交流电源，用电源电路将交流电换成所需的直流电源。如手机充电器，电压适配器、直流稳压电源都是将交流电转换成我们需要的直流电。</a:t>
            </a:r>
          </a:p>
        </p:txBody>
      </p:sp>
      <p:pic>
        <p:nvPicPr>
          <p:cNvPr id="6147" name="图片 17" descr="11174.jpg"/>
          <p:cNvPicPr>
            <a:picLocks noChangeAspect="1"/>
          </p:cNvPicPr>
          <p:nvPr/>
        </p:nvPicPr>
        <p:blipFill>
          <a:blip r:embed="rId3"/>
          <a:stretch>
            <a:fillRect/>
          </a:stretch>
        </p:blipFill>
        <p:spPr>
          <a:xfrm>
            <a:off x="344488" y="3479800"/>
            <a:ext cx="1990725" cy="1781175"/>
          </a:xfrm>
          <a:prstGeom prst="rect">
            <a:avLst/>
          </a:prstGeom>
          <a:noFill/>
          <a:ln w="9525">
            <a:noFill/>
          </a:ln>
        </p:spPr>
      </p:pic>
      <p:sp>
        <p:nvSpPr>
          <p:cNvPr id="5" name="文本框 4"/>
          <p:cNvSpPr txBox="1"/>
          <p:nvPr/>
        </p:nvSpPr>
        <p:spPr>
          <a:xfrm>
            <a:off x="323850" y="304800"/>
            <a:ext cx="1108075" cy="647700"/>
          </a:xfrm>
          <a:prstGeom prst="rect">
            <a:avLst/>
          </a:prstGeom>
          <a:noFill/>
        </p:spPr>
        <p:txBody>
          <a:bodyPr wrap="none">
            <a:spAutoFit/>
          </a:bodyPr>
          <a:lstStyle/>
          <a:p>
            <a:pPr marR="0" defTabSz="914400">
              <a:buClrTx/>
              <a:buSzTx/>
              <a:buFontTx/>
              <a:buNone/>
              <a:defRPr/>
            </a:pPr>
            <a:r>
              <a:rPr kumimoji="0" lang="zh-CN" altLang="en-US" sz="3600" kern="1200" cap="none" spc="0" normalizeH="0" baseline="0" noProof="0" dirty="0">
                <a:solidFill>
                  <a:srgbClr val="FF0000"/>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cs typeface="+mn-cs"/>
              </a:rPr>
              <a:t>引言</a:t>
            </a:r>
          </a:p>
        </p:txBody>
      </p:sp>
      <p:pic>
        <p:nvPicPr>
          <p:cNvPr id="6149" name="图片 5"/>
          <p:cNvPicPr>
            <a:picLocks noChangeAspect="1"/>
          </p:cNvPicPr>
          <p:nvPr/>
        </p:nvPicPr>
        <p:blipFill>
          <a:blip r:embed="rId4"/>
          <a:stretch>
            <a:fillRect/>
          </a:stretch>
        </p:blipFill>
        <p:spPr>
          <a:xfrm>
            <a:off x="2700338" y="3228975"/>
            <a:ext cx="2936875" cy="2520950"/>
          </a:xfrm>
          <a:prstGeom prst="rect">
            <a:avLst/>
          </a:prstGeom>
          <a:noFill/>
          <a:ln w="9525">
            <a:noFill/>
          </a:ln>
        </p:spPr>
      </p:pic>
      <p:pic>
        <p:nvPicPr>
          <p:cNvPr id="6150" name="图片 6"/>
          <p:cNvPicPr>
            <a:picLocks noChangeAspect="1"/>
          </p:cNvPicPr>
          <p:nvPr/>
        </p:nvPicPr>
        <p:blipFill>
          <a:blip r:embed="rId5"/>
          <a:stretch>
            <a:fillRect/>
          </a:stretch>
        </p:blipFill>
        <p:spPr>
          <a:xfrm>
            <a:off x="6084888" y="3228975"/>
            <a:ext cx="2447925" cy="2482850"/>
          </a:xfrm>
          <a:prstGeom prst="rect">
            <a:avLst/>
          </a:prstGeom>
          <a:noFill/>
          <a:ln w="9525">
            <a:noFill/>
          </a:ln>
        </p:spPr>
      </p:pic>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图片 3"/>
          <p:cNvPicPr>
            <a:picLocks noChangeAspect="1"/>
          </p:cNvPicPr>
          <p:nvPr/>
        </p:nvPicPr>
        <p:blipFill>
          <a:blip r:embed="rId2"/>
          <a:srcRect t="10149"/>
          <a:stretch>
            <a:fillRect/>
          </a:stretch>
        </p:blipFill>
        <p:spPr>
          <a:xfrm>
            <a:off x="288925" y="1196975"/>
            <a:ext cx="7886700" cy="3817938"/>
          </a:xfrm>
          <a:prstGeom prst="rect">
            <a:avLst/>
          </a:prstGeom>
          <a:noFill/>
          <a:ln w="9525">
            <a:noFill/>
          </a:ln>
        </p:spPr>
      </p:pic>
      <p:sp>
        <p:nvSpPr>
          <p:cNvPr id="2" name="矩形 1"/>
          <p:cNvSpPr/>
          <p:nvPr/>
        </p:nvSpPr>
        <p:spPr>
          <a:xfrm>
            <a:off x="3419475" y="5229225"/>
            <a:ext cx="2954338" cy="461963"/>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400" b="1" i="0" u="none" strike="noStrike" kern="0" cap="none" spc="0" normalizeH="0" baseline="0" noProof="0" dirty="0">
                <a:ln>
                  <a:noFill/>
                </a:ln>
                <a:solidFill>
                  <a:srgbClr val="002060"/>
                </a:solidFill>
                <a:effectLst/>
                <a:uLnTx/>
                <a:uFillTx/>
                <a:latin typeface="华文中宋" panose="02010600040101010101" pitchFamily="2" charset="-122"/>
                <a:ea typeface="华文中宋" panose="02010600040101010101" pitchFamily="2" charset="-122"/>
                <a:cs typeface="Arial" panose="020B0604020202020204" pitchFamily="34" charset="0"/>
              </a:rPr>
              <a:t>实验室常见直流电源</a:t>
            </a:r>
            <a:endParaRPr kumimoji="0" lang="zh-CN" altLang="en-US" sz="2400" b="0" i="0" u="none" strike="noStrike" kern="1200" cap="none" spc="0" normalizeH="0" baseline="0" noProof="0" dirty="0">
              <a:ln>
                <a:noFill/>
              </a:ln>
              <a:solidFill>
                <a:schemeClr val="tx1"/>
              </a:solidFill>
              <a:effectLst/>
              <a:uLnTx/>
              <a:uFillTx/>
              <a:latin typeface="Arial" panose="020B0604020202020204" pitchFamily="34" charset="0"/>
              <a:ea typeface="华文中宋" panose="02010600040101010101" pitchFamily="2" charset="-122"/>
              <a:cs typeface="+mn-cs"/>
            </a:endParaRP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任意多边形 1"/>
          <p:cNvSpPr/>
          <p:nvPr/>
        </p:nvSpPr>
        <p:spPr>
          <a:xfrm>
            <a:off x="720725" y="1185863"/>
            <a:ext cx="8013700" cy="1454150"/>
          </a:xfrm>
          <a:custGeom>
            <a:avLst/>
            <a:gdLst>
              <a:gd name="connsiteX0" fmla="*/ 0 w 8013290"/>
              <a:gd name="connsiteY0" fmla="*/ 0 h 1582994"/>
              <a:gd name="connsiteX1" fmla="*/ 8013290 w 8013290"/>
              <a:gd name="connsiteY1" fmla="*/ 29497 h 1582994"/>
              <a:gd name="connsiteX2" fmla="*/ 8013290 w 8013290"/>
              <a:gd name="connsiteY2" fmla="*/ 1582994 h 1582994"/>
              <a:gd name="connsiteX3" fmla="*/ 19664 w 8013290"/>
              <a:gd name="connsiteY3" fmla="*/ 1582994 h 1582994"/>
            </a:gdLst>
            <a:ahLst/>
            <a:cxnLst>
              <a:cxn ang="0">
                <a:pos x="connsiteX0" y="connsiteY0"/>
              </a:cxn>
              <a:cxn ang="0">
                <a:pos x="connsiteX1" y="connsiteY1"/>
              </a:cxn>
              <a:cxn ang="0">
                <a:pos x="connsiteX2" y="connsiteY2"/>
              </a:cxn>
              <a:cxn ang="0">
                <a:pos x="connsiteX3" y="connsiteY3"/>
              </a:cxn>
            </a:cxnLst>
            <a:rect l="l" t="t" r="r" b="b"/>
            <a:pathLst>
              <a:path w="8013290" h="1582994">
                <a:moveTo>
                  <a:pt x="0" y="0"/>
                </a:moveTo>
                <a:lnTo>
                  <a:pt x="8013290" y="29497"/>
                </a:lnTo>
                <a:lnTo>
                  <a:pt x="8013290" y="1582994"/>
                </a:lnTo>
                <a:lnTo>
                  <a:pt x="19664" y="1582994"/>
                </a:lnTo>
              </a:path>
            </a:pathLst>
          </a:custGeom>
          <a:ln w="28575">
            <a:solidFill>
              <a:srgbClr val="006600"/>
            </a:solidFill>
          </a:ln>
        </p:spPr>
        <p:style>
          <a:lnRef idx="1">
            <a:schemeClr val="accent6"/>
          </a:lnRef>
          <a:fillRef idx="0">
            <a:schemeClr val="accent6"/>
          </a:fillRef>
          <a:effectRef idx="0">
            <a:schemeClr val="accent6"/>
          </a:effectRef>
          <a:fontRef idx="minor">
            <a:schemeClr val="tx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cs"/>
            </a:endParaRPr>
          </a:p>
        </p:txBody>
      </p:sp>
      <p:sp>
        <p:nvSpPr>
          <p:cNvPr id="5122" name="Rectangle 2"/>
          <p:cNvSpPr/>
          <p:nvPr/>
        </p:nvSpPr>
        <p:spPr>
          <a:xfrm>
            <a:off x="330200" y="3468688"/>
            <a:ext cx="7986713" cy="460375"/>
          </a:xfrm>
          <a:prstGeom prst="rect">
            <a:avLst/>
          </a:prstGeom>
          <a:noFill/>
          <a:ln w="57150">
            <a:noFill/>
          </a:ln>
        </p:spPr>
        <p:txBody>
          <a:bodyPr>
            <a:spAutoFit/>
          </a:bodyPr>
          <a:lstStyle/>
          <a:p>
            <a:pPr marL="342900" indent="-342900" eaLnBrk="1" hangingPunct="1">
              <a:spcBef>
                <a:spcPct val="20000"/>
              </a:spcBef>
              <a:buChar char="•"/>
            </a:pPr>
            <a:r>
              <a:rPr lang="zh-CN" altLang="en-US" b="1" dirty="0">
                <a:solidFill>
                  <a:srgbClr val="002060"/>
                </a:solidFill>
                <a:latin typeface="Times New Roman" panose="02020603050405020304" pitchFamily="18" charset="0"/>
                <a:ea typeface="宋体" panose="02010600030101010101" pitchFamily="2" charset="-122"/>
              </a:rPr>
              <a:t>电源变压器</a:t>
            </a:r>
            <a:r>
              <a:rPr lang="en-US" altLang="zh-CN" b="1" dirty="0">
                <a:solidFill>
                  <a:srgbClr val="002060"/>
                </a:solidFill>
                <a:latin typeface="Times New Roman" panose="02020603050405020304" pitchFamily="18" charset="0"/>
                <a:ea typeface="宋体" panose="02010600030101010101" pitchFamily="2" charset="-122"/>
              </a:rPr>
              <a:t>:  </a:t>
            </a:r>
            <a:r>
              <a:rPr lang="zh-CN" altLang="en-US" b="1" dirty="0">
                <a:solidFill>
                  <a:srgbClr val="002060"/>
                </a:solidFill>
                <a:latin typeface="Times New Roman" panose="02020603050405020304" pitchFamily="18" charset="0"/>
                <a:ea typeface="宋体" panose="02010600030101010101" pitchFamily="2" charset="-122"/>
              </a:rPr>
              <a:t>将交流电网电压</a:t>
            </a:r>
            <a:r>
              <a:rPr lang="en-US" altLang="zh-CN" b="1" i="1" dirty="0">
                <a:solidFill>
                  <a:srgbClr val="002060"/>
                </a:solidFill>
                <a:latin typeface="Times New Roman" panose="02020603050405020304" pitchFamily="18" charset="0"/>
                <a:ea typeface="宋体" panose="02010600030101010101" pitchFamily="2" charset="-122"/>
              </a:rPr>
              <a:t>u</a:t>
            </a:r>
            <a:r>
              <a:rPr lang="en-US" altLang="zh-CN" b="1" baseline="-25000" dirty="0">
                <a:solidFill>
                  <a:srgbClr val="002060"/>
                </a:solidFill>
                <a:latin typeface="Times New Roman" panose="02020603050405020304" pitchFamily="18" charset="0"/>
                <a:ea typeface="宋体" panose="02010600030101010101" pitchFamily="2" charset="-122"/>
              </a:rPr>
              <a:t>1</a:t>
            </a:r>
            <a:r>
              <a:rPr lang="zh-CN" altLang="en-US" b="1" dirty="0">
                <a:solidFill>
                  <a:srgbClr val="002060"/>
                </a:solidFill>
                <a:latin typeface="Times New Roman" panose="02020603050405020304" pitchFamily="18" charset="0"/>
                <a:ea typeface="宋体" panose="02010600030101010101" pitchFamily="2" charset="-122"/>
              </a:rPr>
              <a:t>变为合适的交流电压</a:t>
            </a:r>
            <a:r>
              <a:rPr lang="en-US" altLang="zh-CN" b="1" i="1" dirty="0">
                <a:solidFill>
                  <a:srgbClr val="002060"/>
                </a:solidFill>
                <a:latin typeface="Times New Roman" panose="02020603050405020304" pitchFamily="18" charset="0"/>
                <a:ea typeface="宋体" panose="02010600030101010101" pitchFamily="2" charset="-122"/>
              </a:rPr>
              <a:t>u</a:t>
            </a:r>
            <a:r>
              <a:rPr lang="en-US" altLang="zh-CN" b="1" baseline="-25000" dirty="0">
                <a:solidFill>
                  <a:srgbClr val="002060"/>
                </a:solidFill>
                <a:latin typeface="Times New Roman" panose="02020603050405020304" pitchFamily="18" charset="0"/>
                <a:ea typeface="宋体" panose="02010600030101010101" pitchFamily="2" charset="-122"/>
              </a:rPr>
              <a:t>2</a:t>
            </a:r>
            <a:r>
              <a:rPr lang="zh-CN" altLang="en-US" b="1" dirty="0">
                <a:solidFill>
                  <a:srgbClr val="002060"/>
                </a:solidFill>
                <a:latin typeface="Times New Roman" panose="02020603050405020304" pitchFamily="18" charset="0"/>
                <a:ea typeface="宋体" panose="02010600030101010101" pitchFamily="2" charset="-122"/>
              </a:rPr>
              <a:t>。</a:t>
            </a:r>
          </a:p>
        </p:txBody>
      </p:sp>
      <p:sp>
        <p:nvSpPr>
          <p:cNvPr id="5183" name="Rectangle 63"/>
          <p:cNvSpPr/>
          <p:nvPr/>
        </p:nvSpPr>
        <p:spPr>
          <a:xfrm>
            <a:off x="309563" y="4090988"/>
            <a:ext cx="8405812" cy="579437"/>
          </a:xfrm>
          <a:prstGeom prst="rect">
            <a:avLst/>
          </a:prstGeom>
          <a:noFill/>
          <a:ln w="9525">
            <a:noFill/>
          </a:ln>
        </p:spPr>
        <p:txBody>
          <a:bodyPr lIns="92075" tIns="46038" rIns="92075" bIns="46038"/>
          <a:lstStyle/>
          <a:p>
            <a:pPr marL="342900" indent="-342900" eaLnBrk="1" hangingPunct="1">
              <a:spcBef>
                <a:spcPct val="20000"/>
              </a:spcBef>
              <a:buChar char="•"/>
            </a:pPr>
            <a:r>
              <a:rPr lang="zh-CN" altLang="en-US" b="1" dirty="0">
                <a:solidFill>
                  <a:srgbClr val="002060"/>
                </a:solidFill>
                <a:latin typeface="Times New Roman" panose="02020603050405020304" pitchFamily="18" charset="0"/>
                <a:ea typeface="宋体" panose="02010600030101010101" pitchFamily="2" charset="-122"/>
              </a:rPr>
              <a:t>整流电路</a:t>
            </a:r>
            <a:r>
              <a:rPr lang="en-US" altLang="zh-CN" b="1" dirty="0">
                <a:solidFill>
                  <a:srgbClr val="002060"/>
                </a:solidFill>
                <a:latin typeface="Times New Roman" panose="02020603050405020304" pitchFamily="18" charset="0"/>
                <a:ea typeface="宋体" panose="02010600030101010101" pitchFamily="2" charset="-122"/>
              </a:rPr>
              <a:t>:  </a:t>
            </a:r>
            <a:r>
              <a:rPr lang="zh-CN" altLang="en-US" b="1" dirty="0">
                <a:solidFill>
                  <a:srgbClr val="002060"/>
                </a:solidFill>
                <a:latin typeface="Times New Roman" panose="02020603050405020304" pitchFamily="18" charset="0"/>
                <a:ea typeface="宋体" panose="02010600030101010101" pitchFamily="2" charset="-122"/>
              </a:rPr>
              <a:t>将交流电压</a:t>
            </a:r>
            <a:r>
              <a:rPr lang="en-US" altLang="zh-CN" b="1" i="1" dirty="0">
                <a:solidFill>
                  <a:srgbClr val="002060"/>
                </a:solidFill>
                <a:latin typeface="Times New Roman" panose="02020603050405020304" pitchFamily="18" charset="0"/>
                <a:ea typeface="宋体" panose="02010600030101010101" pitchFamily="2" charset="-122"/>
              </a:rPr>
              <a:t>u</a:t>
            </a:r>
            <a:r>
              <a:rPr lang="en-US" altLang="zh-CN" b="1" baseline="-25000" dirty="0">
                <a:solidFill>
                  <a:srgbClr val="002060"/>
                </a:solidFill>
                <a:latin typeface="Times New Roman" panose="02020603050405020304" pitchFamily="18" charset="0"/>
                <a:ea typeface="宋体" panose="02010600030101010101" pitchFamily="2" charset="-122"/>
              </a:rPr>
              <a:t>2</a:t>
            </a:r>
            <a:r>
              <a:rPr lang="zh-CN" altLang="en-US" b="1" dirty="0">
                <a:solidFill>
                  <a:srgbClr val="002060"/>
                </a:solidFill>
                <a:latin typeface="Times New Roman" panose="02020603050405020304" pitchFamily="18" charset="0"/>
                <a:ea typeface="宋体" panose="02010600030101010101" pitchFamily="2" charset="-122"/>
              </a:rPr>
              <a:t>变为脉动的直流电压</a:t>
            </a:r>
            <a:r>
              <a:rPr lang="en-US" altLang="zh-CN" b="1" i="1" dirty="0">
                <a:solidFill>
                  <a:srgbClr val="002060"/>
                </a:solidFill>
                <a:latin typeface="Times New Roman" panose="02020603050405020304" pitchFamily="18" charset="0"/>
                <a:ea typeface="宋体" panose="02010600030101010101" pitchFamily="2" charset="-122"/>
              </a:rPr>
              <a:t>u</a:t>
            </a:r>
            <a:r>
              <a:rPr lang="en-US" altLang="zh-CN" b="1" baseline="-25000" dirty="0">
                <a:solidFill>
                  <a:srgbClr val="002060"/>
                </a:solidFill>
                <a:latin typeface="Times New Roman" panose="02020603050405020304" pitchFamily="18" charset="0"/>
                <a:ea typeface="宋体" panose="02010600030101010101" pitchFamily="2" charset="-122"/>
              </a:rPr>
              <a:t>3</a:t>
            </a:r>
            <a:r>
              <a:rPr lang="zh-CN" altLang="en-US" b="1" dirty="0">
                <a:solidFill>
                  <a:srgbClr val="002060"/>
                </a:solidFill>
                <a:latin typeface="Times New Roman" panose="02020603050405020304" pitchFamily="18" charset="0"/>
                <a:ea typeface="宋体" panose="02010600030101010101" pitchFamily="2" charset="-122"/>
              </a:rPr>
              <a:t>。</a:t>
            </a:r>
          </a:p>
        </p:txBody>
      </p:sp>
      <p:sp>
        <p:nvSpPr>
          <p:cNvPr id="5184" name="Rectangle 64"/>
          <p:cNvSpPr/>
          <p:nvPr/>
        </p:nvSpPr>
        <p:spPr>
          <a:xfrm>
            <a:off x="330200" y="4727575"/>
            <a:ext cx="8031163" cy="923925"/>
          </a:xfrm>
          <a:prstGeom prst="rect">
            <a:avLst/>
          </a:prstGeom>
          <a:noFill/>
          <a:ln w="9525">
            <a:noFill/>
          </a:ln>
        </p:spPr>
        <p:txBody>
          <a:bodyPr lIns="92075" tIns="46038" rIns="92075" bIns="46038"/>
          <a:lstStyle/>
          <a:p>
            <a:pPr marL="342900" indent="-342900" eaLnBrk="1" hangingPunct="1">
              <a:spcBef>
                <a:spcPct val="20000"/>
              </a:spcBef>
              <a:buChar char="•"/>
            </a:pPr>
            <a:r>
              <a:rPr lang="zh-CN" altLang="en-US" b="1" dirty="0">
                <a:solidFill>
                  <a:srgbClr val="002060"/>
                </a:solidFill>
                <a:latin typeface="Times New Roman" panose="02020603050405020304" pitchFamily="18" charset="0"/>
                <a:ea typeface="宋体" panose="02010600030101010101" pitchFamily="2" charset="-122"/>
              </a:rPr>
              <a:t>滤波电路</a:t>
            </a:r>
            <a:r>
              <a:rPr lang="en-US" altLang="zh-CN" b="1" dirty="0">
                <a:solidFill>
                  <a:srgbClr val="002060"/>
                </a:solidFill>
                <a:latin typeface="Times New Roman" panose="02020603050405020304" pitchFamily="18" charset="0"/>
                <a:ea typeface="宋体" panose="02010600030101010101" pitchFamily="2" charset="-122"/>
              </a:rPr>
              <a:t>: </a:t>
            </a:r>
            <a:r>
              <a:rPr lang="zh-CN" altLang="en-US" b="1" dirty="0">
                <a:solidFill>
                  <a:srgbClr val="002060"/>
                </a:solidFill>
                <a:latin typeface="Times New Roman" panose="02020603050405020304" pitchFamily="18" charset="0"/>
                <a:ea typeface="宋体" panose="02010600030101010101" pitchFamily="2" charset="-122"/>
              </a:rPr>
              <a:t>将脉动直流电压</a:t>
            </a:r>
            <a:r>
              <a:rPr lang="en-US" altLang="zh-CN" b="1" i="1" dirty="0">
                <a:solidFill>
                  <a:srgbClr val="002060"/>
                </a:solidFill>
                <a:latin typeface="Times New Roman" panose="02020603050405020304" pitchFamily="18" charset="0"/>
                <a:ea typeface="宋体" panose="02010600030101010101" pitchFamily="2" charset="-122"/>
              </a:rPr>
              <a:t>u</a:t>
            </a:r>
            <a:r>
              <a:rPr lang="en-US" altLang="zh-CN" b="1" baseline="-25000" dirty="0">
                <a:solidFill>
                  <a:srgbClr val="002060"/>
                </a:solidFill>
                <a:latin typeface="Times New Roman" panose="02020603050405020304" pitchFamily="18" charset="0"/>
                <a:ea typeface="宋体" panose="02010600030101010101" pitchFamily="2" charset="-122"/>
              </a:rPr>
              <a:t>3</a:t>
            </a:r>
            <a:r>
              <a:rPr lang="zh-CN" altLang="zh-CN" b="1" dirty="0">
                <a:solidFill>
                  <a:srgbClr val="002060"/>
                </a:solidFill>
                <a:latin typeface="Times New Roman" panose="02020603050405020304" pitchFamily="18" charset="0"/>
                <a:ea typeface="宋体" panose="02010600030101010101" pitchFamily="2" charset="-122"/>
              </a:rPr>
              <a:t>转</a:t>
            </a:r>
            <a:r>
              <a:rPr lang="zh-CN" altLang="en-US" b="1" dirty="0">
                <a:solidFill>
                  <a:srgbClr val="002060"/>
                </a:solidFill>
                <a:latin typeface="Times New Roman" panose="02020603050405020304" pitchFamily="18" charset="0"/>
                <a:ea typeface="宋体" panose="02010600030101010101" pitchFamily="2" charset="-122"/>
              </a:rPr>
              <a:t>变为平滑的直流电压</a:t>
            </a:r>
            <a:r>
              <a:rPr lang="en-US" altLang="zh-CN" b="1" i="1" dirty="0">
                <a:solidFill>
                  <a:srgbClr val="002060"/>
                </a:solidFill>
                <a:latin typeface="Times New Roman" panose="02020603050405020304" pitchFamily="18" charset="0"/>
                <a:ea typeface="宋体" panose="02010600030101010101" pitchFamily="2" charset="-122"/>
              </a:rPr>
              <a:t>u</a:t>
            </a:r>
            <a:r>
              <a:rPr lang="en-US" altLang="zh-CN" b="1" baseline="-25000" dirty="0">
                <a:solidFill>
                  <a:srgbClr val="002060"/>
                </a:solidFill>
                <a:latin typeface="Times New Roman" panose="02020603050405020304" pitchFamily="18" charset="0"/>
                <a:ea typeface="宋体" panose="02010600030101010101" pitchFamily="2" charset="-122"/>
              </a:rPr>
              <a:t>4</a:t>
            </a:r>
            <a:r>
              <a:rPr lang="zh-CN" altLang="en-US" b="1" dirty="0">
                <a:solidFill>
                  <a:srgbClr val="002060"/>
                </a:solidFill>
                <a:latin typeface="Times New Roman" panose="02020603050405020304" pitchFamily="18" charset="0"/>
                <a:ea typeface="宋体" panose="02010600030101010101" pitchFamily="2" charset="-122"/>
              </a:rPr>
              <a:t>。</a:t>
            </a:r>
          </a:p>
        </p:txBody>
      </p:sp>
      <p:sp>
        <p:nvSpPr>
          <p:cNvPr id="5185" name="Rectangle 65"/>
          <p:cNvSpPr/>
          <p:nvPr/>
        </p:nvSpPr>
        <p:spPr>
          <a:xfrm>
            <a:off x="300038" y="5440363"/>
            <a:ext cx="8232775" cy="1012825"/>
          </a:xfrm>
          <a:prstGeom prst="rect">
            <a:avLst/>
          </a:prstGeom>
          <a:noFill/>
          <a:ln w="9525">
            <a:noFill/>
          </a:ln>
        </p:spPr>
        <p:txBody>
          <a:bodyPr lIns="92075" tIns="46038" rIns="92075" bIns="46038"/>
          <a:lstStyle/>
          <a:p>
            <a:pPr marL="342900" indent="-342900" eaLnBrk="1" hangingPunct="1">
              <a:spcBef>
                <a:spcPct val="20000"/>
              </a:spcBef>
              <a:buChar char="•"/>
            </a:pPr>
            <a:r>
              <a:rPr lang="zh-CN" altLang="zh-CN" b="1" dirty="0">
                <a:solidFill>
                  <a:srgbClr val="002060"/>
                </a:solidFill>
                <a:latin typeface="Times New Roman" panose="02020603050405020304" pitchFamily="18" charset="0"/>
                <a:ea typeface="宋体" panose="02010600030101010101" pitchFamily="2" charset="-122"/>
              </a:rPr>
              <a:t>稳</a:t>
            </a:r>
            <a:r>
              <a:rPr lang="zh-CN" altLang="en-US" b="1" dirty="0">
                <a:solidFill>
                  <a:srgbClr val="002060"/>
                </a:solidFill>
                <a:latin typeface="Times New Roman" panose="02020603050405020304" pitchFamily="18" charset="0"/>
                <a:ea typeface="宋体" panose="02010600030101010101" pitchFamily="2" charset="-122"/>
              </a:rPr>
              <a:t>压电路</a:t>
            </a:r>
            <a:r>
              <a:rPr lang="en-US" altLang="zh-CN" b="1" dirty="0">
                <a:solidFill>
                  <a:srgbClr val="002060"/>
                </a:solidFill>
                <a:latin typeface="Times New Roman" panose="02020603050405020304" pitchFamily="18" charset="0"/>
                <a:ea typeface="宋体" panose="02010600030101010101" pitchFamily="2" charset="-122"/>
              </a:rPr>
              <a:t>: </a:t>
            </a:r>
            <a:r>
              <a:rPr lang="zh-CN" altLang="en-US" b="1" dirty="0">
                <a:solidFill>
                  <a:srgbClr val="002060"/>
                </a:solidFill>
                <a:latin typeface="Times New Roman" panose="02020603050405020304" pitchFamily="18" charset="0"/>
                <a:ea typeface="宋体" panose="02010600030101010101" pitchFamily="2" charset="-122"/>
              </a:rPr>
              <a:t>清除电网波动及负载变化的影响</a:t>
            </a:r>
            <a:r>
              <a:rPr lang="en-US" altLang="zh-CN" b="1" dirty="0">
                <a:solidFill>
                  <a:srgbClr val="002060"/>
                </a:solidFill>
                <a:latin typeface="Times New Roman" panose="02020603050405020304" pitchFamily="18" charset="0"/>
                <a:ea typeface="宋体" panose="02010600030101010101" pitchFamily="2" charset="-122"/>
              </a:rPr>
              <a:t>,</a:t>
            </a:r>
            <a:r>
              <a:rPr lang="zh-CN" altLang="en-US" b="1" dirty="0">
                <a:solidFill>
                  <a:srgbClr val="002060"/>
                </a:solidFill>
                <a:latin typeface="Times New Roman" panose="02020603050405020304" pitchFamily="18" charset="0"/>
                <a:ea typeface="宋体" panose="02010600030101010101" pitchFamily="2" charset="-122"/>
              </a:rPr>
              <a:t>保持输出电压</a:t>
            </a:r>
            <a:r>
              <a:rPr lang="en-US" altLang="zh-CN" b="1" i="1" dirty="0">
                <a:solidFill>
                  <a:srgbClr val="002060"/>
                </a:solidFill>
                <a:latin typeface="Times New Roman" panose="02020603050405020304" pitchFamily="18" charset="0"/>
                <a:ea typeface="宋体" panose="02010600030101010101" pitchFamily="2" charset="-122"/>
              </a:rPr>
              <a:t>u</a:t>
            </a:r>
            <a:r>
              <a:rPr lang="en-US" altLang="zh-CN" b="1" baseline="-25000" dirty="0">
                <a:solidFill>
                  <a:srgbClr val="002060"/>
                </a:solidFill>
                <a:latin typeface="Times New Roman" panose="02020603050405020304" pitchFamily="18" charset="0"/>
                <a:ea typeface="宋体" panose="02010600030101010101" pitchFamily="2" charset="-122"/>
              </a:rPr>
              <a:t>o</a:t>
            </a:r>
            <a:r>
              <a:rPr lang="zh-CN" altLang="en-US" b="1" dirty="0">
                <a:solidFill>
                  <a:srgbClr val="002060"/>
                </a:solidFill>
                <a:latin typeface="Times New Roman" panose="02020603050405020304" pitchFamily="18" charset="0"/>
                <a:ea typeface="宋体" panose="02010600030101010101" pitchFamily="2" charset="-122"/>
              </a:rPr>
              <a:t>的稳定。</a:t>
            </a:r>
          </a:p>
        </p:txBody>
      </p:sp>
      <p:sp>
        <p:nvSpPr>
          <p:cNvPr id="7174" name="Rectangle 66"/>
          <p:cNvSpPr>
            <a:spLocks noChangeArrowheads="1"/>
          </p:cNvSpPr>
          <p:nvPr/>
        </p:nvSpPr>
        <p:spPr bwMode="auto">
          <a:xfrm>
            <a:off x="309563" y="68263"/>
            <a:ext cx="7502525"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lstStyle>
            <a:lvl1pPr marL="342900" indent="-3429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342900" marR="0" lvl="0" indent="-342900" algn="l" defTabSz="914400" rtl="0" eaLnBrk="0" fontAlgn="base" latinLnBrk="0" hangingPunct="0">
              <a:lnSpc>
                <a:spcPct val="100000"/>
              </a:lnSpc>
              <a:spcBef>
                <a:spcPct val="0"/>
              </a:spcBef>
              <a:spcAft>
                <a:spcPct val="0"/>
              </a:spcAft>
              <a:buClrTx/>
              <a:buSzTx/>
              <a:buFontTx/>
              <a:buNone/>
              <a:defRPr/>
            </a:pPr>
            <a:r>
              <a:rPr kumimoji="1" lang="zh-CN" altLang="en-US" sz="3600" b="0" i="0" u="none" strike="noStrike" kern="1200" cap="none" spc="0" normalizeH="0" baseline="0" noProof="0" dirty="0">
                <a:ln w="0"/>
                <a:solidFill>
                  <a:srgbClr val="FF0000"/>
                </a:solidFill>
                <a:effectLst>
                  <a:outerShdw blurRad="38100" dist="19050" dir="2700000" algn="tl" rotWithShape="0">
                    <a:schemeClr val="dk1">
                      <a:alpha val="40000"/>
                    </a:schemeClr>
                  </a:outerShdw>
                </a:effectLst>
                <a:uLnTx/>
                <a:uFillTx/>
                <a:latin typeface="微软雅黑" panose="020B0503020204020204" pitchFamily="34" charset="-122"/>
                <a:ea typeface="微软雅黑" panose="020B0503020204020204" pitchFamily="34" charset="-122"/>
                <a:cs typeface="+mn-cs"/>
              </a:rPr>
              <a:t>二、实验原理</a:t>
            </a:r>
            <a:r>
              <a:rPr kumimoji="1" lang="en-US" altLang="zh-CN" sz="3600" b="0" i="0" u="none" strike="noStrike" kern="1200" cap="none" spc="0" normalizeH="0" baseline="0" noProof="0" dirty="0">
                <a:ln w="0"/>
                <a:solidFill>
                  <a:srgbClr val="FF0000"/>
                </a:solidFill>
                <a:effectLst>
                  <a:outerShdw blurRad="38100" dist="19050" dir="2700000" algn="tl" rotWithShape="0">
                    <a:schemeClr val="dk1">
                      <a:alpha val="40000"/>
                    </a:schemeClr>
                  </a:outerShdw>
                </a:effectLst>
                <a:uLnTx/>
                <a:uFillTx/>
                <a:latin typeface="微软雅黑" panose="020B0503020204020204" pitchFamily="34" charset="-122"/>
                <a:ea typeface="微软雅黑" panose="020B0503020204020204" pitchFamily="34" charset="-122"/>
                <a:cs typeface="+mn-cs"/>
              </a:rPr>
              <a:t>/</a:t>
            </a:r>
            <a:r>
              <a:rPr kumimoji="1" lang="en-US" altLang="zh-CN" sz="2800" b="0" i="0" u="none" strike="noStrike" kern="1200" cap="none" spc="0" normalizeH="0" baseline="0" noProof="0" dirty="0">
                <a:ln w="0"/>
                <a:solidFill>
                  <a:srgbClr val="003300"/>
                </a:solidFill>
                <a:effectLst>
                  <a:outerShdw blurRad="38100" dist="19050" dir="2700000" algn="tl" rotWithShape="0">
                    <a:schemeClr val="dk1">
                      <a:alpha val="40000"/>
                    </a:schemeClr>
                  </a:outerShdw>
                </a:effectLst>
                <a:uLnTx/>
                <a:uFillTx/>
                <a:latin typeface="微软雅黑" panose="020B0503020204020204" pitchFamily="34" charset="-122"/>
                <a:ea typeface="微软雅黑" panose="020B0503020204020204" pitchFamily="34" charset="-122"/>
                <a:cs typeface="+mn-cs"/>
              </a:rPr>
              <a:t>2.1</a:t>
            </a:r>
            <a:r>
              <a:rPr kumimoji="1" lang="zh-CN" altLang="en-US" sz="2800" b="0" i="0" u="none" strike="noStrike" kern="1200" cap="none" spc="0" normalizeH="0" baseline="0" noProof="0" dirty="0">
                <a:ln w="0"/>
                <a:solidFill>
                  <a:srgbClr val="003300"/>
                </a:solidFill>
                <a:effectLst>
                  <a:outerShdw blurRad="38100" dist="19050" dir="2700000" algn="tl" rotWithShape="0">
                    <a:schemeClr val="dk1">
                      <a:alpha val="40000"/>
                    </a:schemeClr>
                  </a:outerShdw>
                </a:effectLst>
                <a:uLnTx/>
                <a:uFillTx/>
                <a:latin typeface="微软雅黑" panose="020B0503020204020204" pitchFamily="34" charset="-122"/>
                <a:ea typeface="微软雅黑" panose="020B0503020204020204" pitchFamily="34" charset="-122"/>
                <a:cs typeface="+mn-cs"/>
              </a:rPr>
              <a:t>直流稳压电源的组成</a:t>
            </a:r>
          </a:p>
        </p:txBody>
      </p:sp>
      <p:sp>
        <p:nvSpPr>
          <p:cNvPr id="9224" name="Oval 5"/>
          <p:cNvSpPr/>
          <p:nvPr/>
        </p:nvSpPr>
        <p:spPr>
          <a:xfrm>
            <a:off x="685800" y="1203325"/>
            <a:ext cx="76200" cy="76200"/>
          </a:xfrm>
          <a:prstGeom prst="ellipse">
            <a:avLst/>
          </a:prstGeom>
          <a:solidFill>
            <a:srgbClr val="FF0000"/>
          </a:solidFill>
          <a:ln w="28575" cap="flat" cmpd="sng">
            <a:solidFill>
              <a:srgbClr val="000000"/>
            </a:solidFill>
            <a:prstDash val="solid"/>
            <a:headEnd type="none" w="med" len="med"/>
            <a:tailEnd type="none" w="med" len="med"/>
          </a:ln>
        </p:spPr>
        <p:txBody>
          <a:bodyPr wrap="none" anchor="ctr" anchorCtr="0"/>
          <a:lstStyle/>
          <a:p>
            <a:pPr algn="ctr" eaLnBrk="1" hangingPunct="1">
              <a:spcBef>
                <a:spcPct val="50000"/>
              </a:spcBef>
            </a:pPr>
            <a:endParaRPr lang="zh-CN" altLang="en-US" sz="2800" dirty="0">
              <a:latin typeface="Times New Roman" panose="02020603050405020304" pitchFamily="18" charset="0"/>
              <a:ea typeface="楷体_GB2312"/>
            </a:endParaRPr>
          </a:p>
        </p:txBody>
      </p:sp>
      <p:sp>
        <p:nvSpPr>
          <p:cNvPr id="7178" name="Oval 7"/>
          <p:cNvSpPr>
            <a:spLocks noChangeArrowheads="1"/>
          </p:cNvSpPr>
          <p:nvPr/>
        </p:nvSpPr>
        <p:spPr bwMode="auto">
          <a:xfrm>
            <a:off x="701675" y="2665413"/>
            <a:ext cx="76200" cy="76200"/>
          </a:xfrm>
          <a:prstGeom prst="ellipse">
            <a:avLst/>
          </a:prstGeom>
          <a:solidFill>
            <a:srgbClr val="003300"/>
          </a:solidFill>
          <a:ln w="28575">
            <a:solidFill>
              <a:srgbClr val="000000"/>
            </a:solidFill>
            <a:rou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50000"/>
              </a:spcBef>
              <a:spcAft>
                <a:spcPct val="0"/>
              </a:spcAft>
              <a:buClrTx/>
              <a:buSzTx/>
              <a:buFontTx/>
              <a:buNone/>
              <a:defRPr/>
            </a:pPr>
            <a:endParaRPr kumimoji="1" lang="zh-CN" altLang="en-US" sz="2800" b="0" i="0" u="none" strike="noStrike" kern="1200" cap="none" spc="0" normalizeH="0" baseline="0" noProof="0">
              <a:ln>
                <a:solidFill>
                  <a:sysClr val="windowText" lastClr="000000"/>
                </a:solidFill>
              </a:ln>
              <a:solidFill>
                <a:schemeClr val="tx1"/>
              </a:solidFill>
              <a:effectLst/>
              <a:uLnTx/>
              <a:uFillTx/>
              <a:latin typeface="Times New Roman" panose="02020603050405020304" pitchFamily="18" charset="0"/>
              <a:ea typeface="楷体_GB2312" pitchFamily="49" charset="-122"/>
              <a:cs typeface="+mn-cs"/>
            </a:endParaRPr>
          </a:p>
        </p:txBody>
      </p:sp>
      <p:sp>
        <p:nvSpPr>
          <p:cNvPr id="9226" name="Line 8"/>
          <p:cNvSpPr/>
          <p:nvPr/>
        </p:nvSpPr>
        <p:spPr>
          <a:xfrm>
            <a:off x="1679575" y="1168400"/>
            <a:ext cx="0" cy="228600"/>
          </a:xfrm>
          <a:prstGeom prst="line">
            <a:avLst/>
          </a:prstGeom>
          <a:ln w="28575" cap="flat" cmpd="sng">
            <a:solidFill>
              <a:srgbClr val="000000"/>
            </a:solidFill>
            <a:prstDash val="solid"/>
            <a:headEnd type="none" w="med" len="med"/>
            <a:tailEnd type="none" w="med" len="med"/>
          </a:ln>
        </p:spPr>
      </p:sp>
      <p:sp>
        <p:nvSpPr>
          <p:cNvPr id="9227" name="Line 9"/>
          <p:cNvSpPr/>
          <p:nvPr/>
        </p:nvSpPr>
        <p:spPr>
          <a:xfrm flipV="1">
            <a:off x="1679575" y="2540000"/>
            <a:ext cx="0" cy="228600"/>
          </a:xfrm>
          <a:prstGeom prst="line">
            <a:avLst/>
          </a:prstGeom>
          <a:ln w="28575" cap="flat" cmpd="sng">
            <a:solidFill>
              <a:srgbClr val="000000"/>
            </a:solidFill>
            <a:prstDash val="solid"/>
            <a:headEnd type="none" w="med" len="med"/>
            <a:tailEnd type="none" w="med" len="med"/>
          </a:ln>
        </p:spPr>
      </p:sp>
      <p:sp>
        <p:nvSpPr>
          <p:cNvPr id="9228" name="Freeform 10"/>
          <p:cNvSpPr/>
          <p:nvPr/>
        </p:nvSpPr>
        <p:spPr>
          <a:xfrm>
            <a:off x="1679575" y="1397000"/>
            <a:ext cx="76200" cy="1143000"/>
          </a:xfrm>
          <a:custGeom>
            <a:avLst/>
            <a:gdLst>
              <a:gd name="txL" fmla="*/ 0 w 48"/>
              <a:gd name="txT" fmla="*/ 0 h 768"/>
              <a:gd name="txR" fmla="*/ 48 w 48"/>
              <a:gd name="txB" fmla="*/ 768 h 768"/>
            </a:gdLst>
            <a:ahLst/>
            <a:cxnLst>
              <a:cxn ang="0">
                <a:pos x="0" y="0"/>
              </a:cxn>
              <a:cxn ang="0">
                <a:pos x="2147483646" y="2147483646"/>
              </a:cxn>
              <a:cxn ang="0">
                <a:pos x="0" y="2147483646"/>
              </a:cxn>
              <a:cxn ang="0">
                <a:pos x="2147483646" y="2147483646"/>
              </a:cxn>
              <a:cxn ang="0">
                <a:pos x="0" y="2147483646"/>
              </a:cxn>
              <a:cxn ang="0">
                <a:pos x="2147483646" y="2147483646"/>
              </a:cxn>
              <a:cxn ang="0">
                <a:pos x="0" y="2147483646"/>
              </a:cxn>
              <a:cxn ang="0">
                <a:pos x="2147483646" y="2147483646"/>
              </a:cxn>
              <a:cxn ang="0">
                <a:pos x="0" y="2147483646"/>
              </a:cxn>
            </a:cxnLst>
            <a:rect l="txL" t="txT" r="txR" b="txB"/>
            <a:pathLst>
              <a:path w="48" h="768">
                <a:moveTo>
                  <a:pt x="0" y="0"/>
                </a:moveTo>
                <a:cubicBezTo>
                  <a:pt x="24" y="32"/>
                  <a:pt x="48" y="64"/>
                  <a:pt x="48" y="96"/>
                </a:cubicBezTo>
                <a:cubicBezTo>
                  <a:pt x="48" y="128"/>
                  <a:pt x="0" y="160"/>
                  <a:pt x="0" y="192"/>
                </a:cubicBezTo>
                <a:cubicBezTo>
                  <a:pt x="0" y="224"/>
                  <a:pt x="48" y="256"/>
                  <a:pt x="48" y="288"/>
                </a:cubicBezTo>
                <a:cubicBezTo>
                  <a:pt x="48" y="320"/>
                  <a:pt x="0" y="352"/>
                  <a:pt x="0" y="384"/>
                </a:cubicBezTo>
                <a:cubicBezTo>
                  <a:pt x="0" y="416"/>
                  <a:pt x="48" y="448"/>
                  <a:pt x="48" y="480"/>
                </a:cubicBezTo>
                <a:cubicBezTo>
                  <a:pt x="48" y="512"/>
                  <a:pt x="0" y="544"/>
                  <a:pt x="0" y="576"/>
                </a:cubicBezTo>
                <a:cubicBezTo>
                  <a:pt x="0" y="608"/>
                  <a:pt x="48" y="640"/>
                  <a:pt x="48" y="672"/>
                </a:cubicBezTo>
                <a:cubicBezTo>
                  <a:pt x="48" y="704"/>
                  <a:pt x="8" y="752"/>
                  <a:pt x="0" y="768"/>
                </a:cubicBezTo>
              </a:path>
            </a:pathLst>
          </a:custGeom>
          <a:noFill/>
          <a:ln w="28575" cap="flat" cmpd="sng">
            <a:solidFill>
              <a:srgbClr val="000000">
                <a:alpha val="100000"/>
              </a:srgbClr>
            </a:solidFill>
            <a:prstDash val="solid"/>
            <a:round/>
            <a:headEnd type="none" w="med" len="med"/>
            <a:tailEnd type="none" w="med" len="med"/>
          </a:ln>
        </p:spPr>
        <p:txBody>
          <a:bodyPr/>
          <a:lstStyle/>
          <a:p>
            <a:endParaRPr lang="zh-CN" altLang="en-US"/>
          </a:p>
        </p:txBody>
      </p:sp>
      <p:sp>
        <p:nvSpPr>
          <p:cNvPr id="9229" name="Line 11"/>
          <p:cNvSpPr/>
          <p:nvPr/>
        </p:nvSpPr>
        <p:spPr>
          <a:xfrm flipH="1">
            <a:off x="2060575" y="1168400"/>
            <a:ext cx="0" cy="228600"/>
          </a:xfrm>
          <a:prstGeom prst="line">
            <a:avLst/>
          </a:prstGeom>
          <a:ln w="28575" cap="flat" cmpd="sng">
            <a:solidFill>
              <a:srgbClr val="000000"/>
            </a:solidFill>
            <a:prstDash val="solid"/>
            <a:headEnd type="none" w="med" len="med"/>
            <a:tailEnd type="none" w="med" len="med"/>
          </a:ln>
        </p:spPr>
      </p:sp>
      <p:sp>
        <p:nvSpPr>
          <p:cNvPr id="9230" name="Line 12"/>
          <p:cNvSpPr/>
          <p:nvPr/>
        </p:nvSpPr>
        <p:spPr>
          <a:xfrm flipH="1" flipV="1">
            <a:off x="2060575" y="2540000"/>
            <a:ext cx="0" cy="228600"/>
          </a:xfrm>
          <a:prstGeom prst="line">
            <a:avLst/>
          </a:prstGeom>
          <a:ln w="28575" cap="flat" cmpd="sng">
            <a:solidFill>
              <a:srgbClr val="000000"/>
            </a:solidFill>
            <a:prstDash val="solid"/>
            <a:headEnd type="none" w="med" len="med"/>
            <a:tailEnd type="none" w="med" len="med"/>
          </a:ln>
        </p:spPr>
      </p:sp>
      <p:sp>
        <p:nvSpPr>
          <p:cNvPr id="9231" name="Freeform 13"/>
          <p:cNvSpPr/>
          <p:nvPr/>
        </p:nvSpPr>
        <p:spPr>
          <a:xfrm flipH="1">
            <a:off x="1984375" y="1397000"/>
            <a:ext cx="76200" cy="1143000"/>
          </a:xfrm>
          <a:custGeom>
            <a:avLst/>
            <a:gdLst>
              <a:gd name="txL" fmla="*/ 0 w 48"/>
              <a:gd name="txT" fmla="*/ 0 h 768"/>
              <a:gd name="txR" fmla="*/ 48 w 48"/>
              <a:gd name="txB" fmla="*/ 768 h 768"/>
            </a:gdLst>
            <a:ahLst/>
            <a:cxnLst>
              <a:cxn ang="0">
                <a:pos x="0" y="0"/>
              </a:cxn>
              <a:cxn ang="0">
                <a:pos x="2147483646" y="2147483646"/>
              </a:cxn>
              <a:cxn ang="0">
                <a:pos x="0" y="2147483646"/>
              </a:cxn>
              <a:cxn ang="0">
                <a:pos x="2147483646" y="2147483646"/>
              </a:cxn>
              <a:cxn ang="0">
                <a:pos x="0" y="2147483646"/>
              </a:cxn>
              <a:cxn ang="0">
                <a:pos x="2147483646" y="2147483646"/>
              </a:cxn>
              <a:cxn ang="0">
                <a:pos x="0" y="2147483646"/>
              </a:cxn>
              <a:cxn ang="0">
                <a:pos x="2147483646" y="2147483646"/>
              </a:cxn>
              <a:cxn ang="0">
                <a:pos x="0" y="2147483646"/>
              </a:cxn>
            </a:cxnLst>
            <a:rect l="txL" t="txT" r="txR" b="txB"/>
            <a:pathLst>
              <a:path w="48" h="768">
                <a:moveTo>
                  <a:pt x="0" y="0"/>
                </a:moveTo>
                <a:cubicBezTo>
                  <a:pt x="24" y="32"/>
                  <a:pt x="48" y="64"/>
                  <a:pt x="48" y="96"/>
                </a:cubicBezTo>
                <a:cubicBezTo>
                  <a:pt x="48" y="128"/>
                  <a:pt x="0" y="160"/>
                  <a:pt x="0" y="192"/>
                </a:cubicBezTo>
                <a:cubicBezTo>
                  <a:pt x="0" y="224"/>
                  <a:pt x="48" y="256"/>
                  <a:pt x="48" y="288"/>
                </a:cubicBezTo>
                <a:cubicBezTo>
                  <a:pt x="48" y="320"/>
                  <a:pt x="0" y="352"/>
                  <a:pt x="0" y="384"/>
                </a:cubicBezTo>
                <a:cubicBezTo>
                  <a:pt x="0" y="416"/>
                  <a:pt x="48" y="448"/>
                  <a:pt x="48" y="480"/>
                </a:cubicBezTo>
                <a:cubicBezTo>
                  <a:pt x="48" y="512"/>
                  <a:pt x="0" y="544"/>
                  <a:pt x="0" y="576"/>
                </a:cubicBezTo>
                <a:cubicBezTo>
                  <a:pt x="0" y="608"/>
                  <a:pt x="48" y="640"/>
                  <a:pt x="48" y="672"/>
                </a:cubicBezTo>
                <a:cubicBezTo>
                  <a:pt x="48" y="704"/>
                  <a:pt x="8" y="752"/>
                  <a:pt x="0" y="768"/>
                </a:cubicBezTo>
              </a:path>
            </a:pathLst>
          </a:custGeom>
          <a:noFill/>
          <a:ln w="28575" cap="flat" cmpd="sng">
            <a:solidFill>
              <a:srgbClr val="000000">
                <a:alpha val="100000"/>
              </a:srgbClr>
            </a:solidFill>
            <a:prstDash val="solid"/>
            <a:round/>
            <a:headEnd type="none" w="med" len="med"/>
            <a:tailEnd type="none" w="med" len="med"/>
          </a:ln>
        </p:spPr>
        <p:txBody>
          <a:bodyPr/>
          <a:lstStyle/>
          <a:p>
            <a:endParaRPr lang="zh-CN" altLang="en-US"/>
          </a:p>
        </p:txBody>
      </p:sp>
      <p:sp>
        <p:nvSpPr>
          <p:cNvPr id="9232" name="Line 14"/>
          <p:cNvSpPr/>
          <p:nvPr/>
        </p:nvSpPr>
        <p:spPr>
          <a:xfrm>
            <a:off x="1873250" y="1168400"/>
            <a:ext cx="0" cy="1600200"/>
          </a:xfrm>
          <a:prstGeom prst="line">
            <a:avLst/>
          </a:prstGeom>
          <a:ln w="28575" cap="flat" cmpd="sng">
            <a:solidFill>
              <a:srgbClr val="000000"/>
            </a:solidFill>
            <a:prstDash val="solid"/>
            <a:headEnd type="none" w="med" len="med"/>
            <a:tailEnd type="none" w="med" len="med"/>
          </a:ln>
        </p:spPr>
      </p:sp>
      <p:sp>
        <p:nvSpPr>
          <p:cNvPr id="9233" name="Rectangle 17"/>
          <p:cNvSpPr/>
          <p:nvPr/>
        </p:nvSpPr>
        <p:spPr>
          <a:xfrm>
            <a:off x="3127375" y="1076325"/>
            <a:ext cx="609600" cy="1655763"/>
          </a:xfrm>
          <a:prstGeom prst="rect">
            <a:avLst/>
          </a:prstGeom>
          <a:solidFill>
            <a:srgbClr val="FFCC66"/>
          </a:solidFill>
          <a:ln w="28575" cap="flat" cmpd="sng">
            <a:solidFill>
              <a:srgbClr val="000000"/>
            </a:solidFill>
            <a:prstDash val="solid"/>
            <a:miter/>
            <a:headEnd type="none" w="med" len="med"/>
            <a:tailEnd type="none" w="med" len="med"/>
          </a:ln>
        </p:spPr>
        <p:txBody>
          <a:bodyPr vert="eaVert" wrap="none" anchor="ctr" anchorCtr="0"/>
          <a:lstStyle/>
          <a:p>
            <a:pPr algn="ctr" eaLnBrk="1" hangingPunct="1"/>
            <a:r>
              <a:rPr lang="zh-CN" altLang="en-US" sz="2000" b="1" dirty="0">
                <a:latin typeface="华文中宋" panose="02010600040101010101" pitchFamily="2" charset="-122"/>
              </a:rPr>
              <a:t>整 流 电 路</a:t>
            </a:r>
          </a:p>
        </p:txBody>
      </p:sp>
      <p:sp>
        <p:nvSpPr>
          <p:cNvPr id="9234" name="Rectangle 18"/>
          <p:cNvSpPr/>
          <p:nvPr/>
        </p:nvSpPr>
        <p:spPr>
          <a:xfrm>
            <a:off x="4975225" y="1076325"/>
            <a:ext cx="609600" cy="1655763"/>
          </a:xfrm>
          <a:prstGeom prst="rect">
            <a:avLst/>
          </a:prstGeom>
          <a:solidFill>
            <a:srgbClr val="FFCC66"/>
          </a:solidFill>
          <a:ln w="28575" cap="flat" cmpd="sng">
            <a:solidFill>
              <a:srgbClr val="000000"/>
            </a:solidFill>
            <a:prstDash val="solid"/>
            <a:miter/>
            <a:headEnd type="none" w="med" len="med"/>
            <a:tailEnd type="none" w="med" len="med"/>
          </a:ln>
        </p:spPr>
        <p:txBody>
          <a:bodyPr vert="eaVert" wrap="none" anchor="ctr" anchorCtr="0"/>
          <a:lstStyle/>
          <a:p>
            <a:pPr algn="ctr" eaLnBrk="1" hangingPunct="1"/>
            <a:r>
              <a:rPr lang="zh-CN" altLang="en-US" sz="2000" b="1" dirty="0">
                <a:latin typeface="华文中宋" panose="02010600040101010101" pitchFamily="2" charset="-122"/>
              </a:rPr>
              <a:t>滤 波</a:t>
            </a:r>
            <a:r>
              <a:rPr lang="zh-CN" altLang="en-US" sz="2000" dirty="0">
                <a:latin typeface="华文中宋" panose="02010600040101010101" pitchFamily="2" charset="-122"/>
              </a:rPr>
              <a:t> 电 </a:t>
            </a:r>
            <a:r>
              <a:rPr lang="zh-CN" altLang="en-US" sz="2000" b="1" dirty="0">
                <a:latin typeface="华文中宋" panose="02010600040101010101" pitchFamily="2" charset="-122"/>
              </a:rPr>
              <a:t>路</a:t>
            </a:r>
          </a:p>
        </p:txBody>
      </p:sp>
      <p:sp>
        <p:nvSpPr>
          <p:cNvPr id="9235" name="Rectangle 19"/>
          <p:cNvSpPr/>
          <p:nvPr/>
        </p:nvSpPr>
        <p:spPr>
          <a:xfrm>
            <a:off x="6630988" y="1076325"/>
            <a:ext cx="609600" cy="1655763"/>
          </a:xfrm>
          <a:prstGeom prst="rect">
            <a:avLst/>
          </a:prstGeom>
          <a:solidFill>
            <a:srgbClr val="FFCC66"/>
          </a:solidFill>
          <a:ln w="28575" cap="flat" cmpd="sng">
            <a:solidFill>
              <a:srgbClr val="000000"/>
            </a:solidFill>
            <a:prstDash val="solid"/>
            <a:miter/>
            <a:headEnd type="none" w="med" len="med"/>
            <a:tailEnd type="none" w="med" len="med"/>
          </a:ln>
        </p:spPr>
        <p:txBody>
          <a:bodyPr vert="eaVert" wrap="none" anchor="ctr" anchorCtr="0"/>
          <a:lstStyle/>
          <a:p>
            <a:pPr algn="ctr" eaLnBrk="1" hangingPunct="1"/>
            <a:r>
              <a:rPr lang="zh-CN" altLang="en-US" sz="2000" b="1" dirty="0">
                <a:latin typeface="华文中宋" panose="02010600040101010101" pitchFamily="2" charset="-122"/>
              </a:rPr>
              <a:t>稳 压 电 路</a:t>
            </a:r>
          </a:p>
        </p:txBody>
      </p:sp>
      <p:sp>
        <p:nvSpPr>
          <p:cNvPr id="9236" name="Rectangle 26"/>
          <p:cNvSpPr/>
          <p:nvPr/>
        </p:nvSpPr>
        <p:spPr>
          <a:xfrm>
            <a:off x="8653463" y="1725613"/>
            <a:ext cx="185737" cy="614362"/>
          </a:xfrm>
          <a:prstGeom prst="rect">
            <a:avLst/>
          </a:prstGeom>
          <a:solidFill>
            <a:schemeClr val="bg1"/>
          </a:solidFill>
          <a:ln w="28575" cap="flat" cmpd="sng">
            <a:solidFill>
              <a:srgbClr val="000000"/>
            </a:solidFill>
            <a:prstDash val="solid"/>
            <a:miter/>
            <a:headEnd type="none" w="med" len="med"/>
            <a:tailEnd type="none" w="med" len="med"/>
          </a:ln>
        </p:spPr>
        <p:txBody>
          <a:bodyPr wrap="none" anchor="ctr" anchorCtr="0"/>
          <a:lstStyle/>
          <a:p>
            <a:pPr algn="ctr" eaLnBrk="1" hangingPunct="1">
              <a:spcBef>
                <a:spcPct val="50000"/>
              </a:spcBef>
            </a:pPr>
            <a:endParaRPr lang="zh-CN" altLang="en-US" sz="2800" dirty="0">
              <a:latin typeface="Times New Roman" panose="02020603050405020304" pitchFamily="18" charset="0"/>
              <a:ea typeface="楷体_GB2312"/>
            </a:endParaRPr>
          </a:p>
        </p:txBody>
      </p:sp>
      <p:grpSp>
        <p:nvGrpSpPr>
          <p:cNvPr id="9237" name="Group 29"/>
          <p:cNvGrpSpPr/>
          <p:nvPr/>
        </p:nvGrpSpPr>
        <p:grpSpPr>
          <a:xfrm>
            <a:off x="493713" y="1466850"/>
            <a:ext cx="1114425" cy="633413"/>
            <a:chOff x="1089" y="2072"/>
            <a:chExt cx="702" cy="399"/>
          </a:xfrm>
        </p:grpSpPr>
        <p:sp>
          <p:nvSpPr>
            <p:cNvPr id="9269" name="Line 30"/>
            <p:cNvSpPr/>
            <p:nvPr/>
          </p:nvSpPr>
          <p:spPr>
            <a:xfrm flipV="1">
              <a:off x="1089" y="2072"/>
              <a:ext cx="0" cy="399"/>
            </a:xfrm>
            <a:prstGeom prst="line">
              <a:avLst/>
            </a:prstGeom>
            <a:ln w="28575" cap="flat" cmpd="sng">
              <a:solidFill>
                <a:srgbClr val="000000"/>
              </a:solidFill>
              <a:prstDash val="solid"/>
              <a:headEnd type="none" w="med" len="med"/>
              <a:tailEnd type="triangle" w="med" len="med"/>
            </a:ln>
          </p:spPr>
        </p:sp>
        <p:sp>
          <p:nvSpPr>
            <p:cNvPr id="9270" name="Line 31"/>
            <p:cNvSpPr/>
            <p:nvPr/>
          </p:nvSpPr>
          <p:spPr>
            <a:xfrm>
              <a:off x="1089" y="2471"/>
              <a:ext cx="702" cy="0"/>
            </a:xfrm>
            <a:prstGeom prst="line">
              <a:avLst/>
            </a:prstGeom>
            <a:ln w="28575" cap="flat" cmpd="sng">
              <a:solidFill>
                <a:srgbClr val="000000"/>
              </a:solidFill>
              <a:prstDash val="solid"/>
              <a:headEnd type="none" w="med" len="med"/>
              <a:tailEnd type="triangle" w="med" len="med"/>
            </a:ln>
          </p:spPr>
        </p:sp>
      </p:grpSp>
      <p:sp>
        <p:nvSpPr>
          <p:cNvPr id="9238" name="Freeform 32"/>
          <p:cNvSpPr>
            <a:spLocks noChangeAspect="1"/>
          </p:cNvSpPr>
          <p:nvPr/>
        </p:nvSpPr>
        <p:spPr>
          <a:xfrm>
            <a:off x="490538" y="1781175"/>
            <a:ext cx="808037" cy="596900"/>
          </a:xfrm>
          <a:custGeom>
            <a:avLst/>
            <a:gdLst>
              <a:gd name="txL" fmla="*/ 0 w 1932"/>
              <a:gd name="txT" fmla="*/ 0 h 753"/>
              <a:gd name="txR" fmla="*/ 1932 w 1932"/>
              <a:gd name="txB" fmla="*/ 753 h 753"/>
            </a:gdLst>
            <a:ahLst/>
            <a:cxnLst>
              <a:cxn ang="0">
                <a:pos x="0" y="2147483646"/>
              </a:cxn>
              <a:cxn ang="0">
                <a:pos x="2147483646" y="0"/>
              </a:cxn>
              <a:cxn ang="0">
                <a:pos x="2147483646" y="2147483646"/>
              </a:cxn>
              <a:cxn ang="0">
                <a:pos x="2147483646" y="2147483646"/>
              </a:cxn>
              <a:cxn ang="0">
                <a:pos x="2147483646" y="2147483646"/>
              </a:cxn>
            </a:cxnLst>
            <a:rect l="txL" t="txT" r="txR" b="txB"/>
            <a:pathLst>
              <a:path w="1932" h="753">
                <a:moveTo>
                  <a:pt x="0" y="376"/>
                </a:moveTo>
                <a:cubicBezTo>
                  <a:pt x="166" y="190"/>
                  <a:pt x="332" y="4"/>
                  <a:pt x="492" y="2"/>
                </a:cubicBezTo>
                <a:cubicBezTo>
                  <a:pt x="652" y="0"/>
                  <a:pt x="798" y="239"/>
                  <a:pt x="960" y="364"/>
                </a:cubicBezTo>
                <a:cubicBezTo>
                  <a:pt x="1122" y="489"/>
                  <a:pt x="1301" y="749"/>
                  <a:pt x="1463" y="751"/>
                </a:cubicBezTo>
                <a:cubicBezTo>
                  <a:pt x="1625" y="753"/>
                  <a:pt x="1854" y="439"/>
                  <a:pt x="1932" y="376"/>
                </a:cubicBezTo>
              </a:path>
            </a:pathLst>
          </a:custGeom>
          <a:noFill/>
          <a:ln w="28575" cap="flat" cmpd="sng">
            <a:solidFill>
              <a:srgbClr val="000000">
                <a:alpha val="100000"/>
              </a:srgbClr>
            </a:solidFill>
            <a:prstDash val="solid"/>
            <a:round/>
            <a:headEnd type="none" w="med" len="med"/>
            <a:tailEnd type="none" w="med" len="med"/>
          </a:ln>
        </p:spPr>
        <p:txBody>
          <a:bodyPr/>
          <a:lstStyle/>
          <a:p>
            <a:endParaRPr lang="zh-CN" altLang="en-US"/>
          </a:p>
        </p:txBody>
      </p:sp>
      <p:sp>
        <p:nvSpPr>
          <p:cNvPr id="9239" name="Text Box 33"/>
          <p:cNvSpPr txBox="1"/>
          <p:nvPr/>
        </p:nvSpPr>
        <p:spPr>
          <a:xfrm>
            <a:off x="474663" y="1260475"/>
            <a:ext cx="561975" cy="519113"/>
          </a:xfrm>
          <a:prstGeom prst="rect">
            <a:avLst/>
          </a:prstGeom>
          <a:noFill/>
          <a:ln w="28575">
            <a:noFill/>
          </a:ln>
        </p:spPr>
        <p:txBody>
          <a:bodyPr>
            <a:spAutoFit/>
          </a:bodyPr>
          <a:lstStyle/>
          <a:p>
            <a:pPr eaLnBrk="1" hangingPunct="1"/>
            <a:r>
              <a:rPr lang="en-US" altLang="zh-CN" sz="2800" i="1" dirty="0">
                <a:latin typeface="Times New Roman" panose="02020603050405020304" pitchFamily="18" charset="0"/>
                <a:ea typeface="楷体_GB2312"/>
              </a:rPr>
              <a:t>u</a:t>
            </a:r>
            <a:r>
              <a:rPr lang="en-US" altLang="zh-CN" sz="2800" baseline="-25000" dirty="0">
                <a:latin typeface="Times New Roman" panose="02020603050405020304" pitchFamily="18" charset="0"/>
                <a:ea typeface="楷体_GB2312"/>
              </a:rPr>
              <a:t>1</a:t>
            </a:r>
            <a:endParaRPr lang="en-US" altLang="zh-CN" sz="2800" dirty="0">
              <a:latin typeface="Times New Roman" panose="02020603050405020304" pitchFamily="18" charset="0"/>
              <a:ea typeface="楷体_GB2312"/>
            </a:endParaRPr>
          </a:p>
        </p:txBody>
      </p:sp>
      <p:sp>
        <p:nvSpPr>
          <p:cNvPr id="9240" name="Line 34"/>
          <p:cNvSpPr/>
          <p:nvPr/>
        </p:nvSpPr>
        <p:spPr>
          <a:xfrm flipV="1">
            <a:off x="2133600" y="1619250"/>
            <a:ext cx="0" cy="633413"/>
          </a:xfrm>
          <a:prstGeom prst="line">
            <a:avLst/>
          </a:prstGeom>
          <a:ln w="28575" cap="flat" cmpd="sng">
            <a:solidFill>
              <a:srgbClr val="000000"/>
            </a:solidFill>
            <a:prstDash val="solid"/>
            <a:headEnd type="none" w="med" len="med"/>
            <a:tailEnd type="triangle" w="med" len="med"/>
          </a:ln>
        </p:spPr>
      </p:sp>
      <p:sp>
        <p:nvSpPr>
          <p:cNvPr id="9241" name="Line 35"/>
          <p:cNvSpPr/>
          <p:nvPr/>
        </p:nvSpPr>
        <p:spPr>
          <a:xfrm flipV="1">
            <a:off x="2133600" y="2233613"/>
            <a:ext cx="909638" cy="19050"/>
          </a:xfrm>
          <a:prstGeom prst="line">
            <a:avLst/>
          </a:prstGeom>
          <a:ln w="28575" cap="flat" cmpd="sng">
            <a:solidFill>
              <a:srgbClr val="000000"/>
            </a:solidFill>
            <a:prstDash val="solid"/>
            <a:headEnd type="none" w="med" len="med"/>
            <a:tailEnd type="triangle" w="med" len="med"/>
          </a:ln>
        </p:spPr>
      </p:sp>
      <p:sp>
        <p:nvSpPr>
          <p:cNvPr id="9242" name="Freeform 36"/>
          <p:cNvSpPr>
            <a:spLocks noChangeAspect="1"/>
          </p:cNvSpPr>
          <p:nvPr/>
        </p:nvSpPr>
        <p:spPr>
          <a:xfrm>
            <a:off x="2130425" y="1933575"/>
            <a:ext cx="715963" cy="596900"/>
          </a:xfrm>
          <a:custGeom>
            <a:avLst/>
            <a:gdLst>
              <a:gd name="txL" fmla="*/ 0 w 1932"/>
              <a:gd name="txT" fmla="*/ 0 h 753"/>
              <a:gd name="txR" fmla="*/ 1932 w 1932"/>
              <a:gd name="txB" fmla="*/ 753 h 753"/>
            </a:gdLst>
            <a:ahLst/>
            <a:cxnLst>
              <a:cxn ang="0">
                <a:pos x="0" y="2147483646"/>
              </a:cxn>
              <a:cxn ang="0">
                <a:pos x="2147483646" y="0"/>
              </a:cxn>
              <a:cxn ang="0">
                <a:pos x="2147483646" y="2147483646"/>
              </a:cxn>
              <a:cxn ang="0">
                <a:pos x="2147483646" y="2147483646"/>
              </a:cxn>
              <a:cxn ang="0">
                <a:pos x="2147483646" y="2147483646"/>
              </a:cxn>
            </a:cxnLst>
            <a:rect l="txL" t="txT" r="txR" b="txB"/>
            <a:pathLst>
              <a:path w="1932" h="753">
                <a:moveTo>
                  <a:pt x="0" y="376"/>
                </a:moveTo>
                <a:cubicBezTo>
                  <a:pt x="166" y="190"/>
                  <a:pt x="332" y="4"/>
                  <a:pt x="492" y="2"/>
                </a:cubicBezTo>
                <a:cubicBezTo>
                  <a:pt x="652" y="0"/>
                  <a:pt x="798" y="239"/>
                  <a:pt x="960" y="364"/>
                </a:cubicBezTo>
                <a:cubicBezTo>
                  <a:pt x="1122" y="489"/>
                  <a:pt x="1301" y="749"/>
                  <a:pt x="1463" y="751"/>
                </a:cubicBezTo>
                <a:cubicBezTo>
                  <a:pt x="1625" y="753"/>
                  <a:pt x="1854" y="439"/>
                  <a:pt x="1932" y="376"/>
                </a:cubicBezTo>
              </a:path>
            </a:pathLst>
          </a:custGeom>
          <a:noFill/>
          <a:ln w="28575" cap="flat" cmpd="sng">
            <a:solidFill>
              <a:srgbClr val="000000">
                <a:alpha val="100000"/>
              </a:srgbClr>
            </a:solidFill>
            <a:prstDash val="solid"/>
            <a:round/>
            <a:headEnd type="none" w="med" len="med"/>
            <a:tailEnd type="none" w="med" len="med"/>
          </a:ln>
        </p:spPr>
        <p:txBody>
          <a:bodyPr/>
          <a:lstStyle/>
          <a:p>
            <a:endParaRPr lang="zh-CN" altLang="en-US"/>
          </a:p>
        </p:txBody>
      </p:sp>
      <p:sp>
        <p:nvSpPr>
          <p:cNvPr id="9243" name="Text Box 37"/>
          <p:cNvSpPr txBox="1"/>
          <p:nvPr/>
        </p:nvSpPr>
        <p:spPr>
          <a:xfrm>
            <a:off x="2133600" y="1370013"/>
            <a:ext cx="561975" cy="519112"/>
          </a:xfrm>
          <a:prstGeom prst="rect">
            <a:avLst/>
          </a:prstGeom>
          <a:noFill/>
          <a:ln w="28575">
            <a:noFill/>
          </a:ln>
        </p:spPr>
        <p:txBody>
          <a:bodyPr>
            <a:spAutoFit/>
          </a:bodyPr>
          <a:lstStyle/>
          <a:p>
            <a:pPr eaLnBrk="1" hangingPunct="1"/>
            <a:r>
              <a:rPr lang="en-US" altLang="zh-CN" sz="2800" i="1" dirty="0">
                <a:latin typeface="Times New Roman" panose="02020603050405020304" pitchFamily="18" charset="0"/>
                <a:ea typeface="楷体_GB2312"/>
              </a:rPr>
              <a:t>u</a:t>
            </a:r>
            <a:r>
              <a:rPr lang="en-US" altLang="zh-CN" sz="2800" baseline="-25000" dirty="0">
                <a:latin typeface="Times New Roman" panose="02020603050405020304" pitchFamily="18" charset="0"/>
                <a:ea typeface="楷体_GB2312"/>
              </a:rPr>
              <a:t>2</a:t>
            </a:r>
            <a:endParaRPr lang="en-US" altLang="zh-CN" sz="2800" dirty="0">
              <a:latin typeface="Times New Roman" panose="02020603050405020304" pitchFamily="18" charset="0"/>
              <a:ea typeface="楷体_GB2312"/>
            </a:endParaRPr>
          </a:p>
        </p:txBody>
      </p:sp>
      <p:grpSp>
        <p:nvGrpSpPr>
          <p:cNvPr id="9244" name="Group 38"/>
          <p:cNvGrpSpPr/>
          <p:nvPr/>
        </p:nvGrpSpPr>
        <p:grpSpPr>
          <a:xfrm>
            <a:off x="3860800" y="1638300"/>
            <a:ext cx="1112838" cy="633413"/>
            <a:chOff x="1089" y="2072"/>
            <a:chExt cx="702" cy="399"/>
          </a:xfrm>
        </p:grpSpPr>
        <p:sp>
          <p:nvSpPr>
            <p:cNvPr id="9267" name="Line 39"/>
            <p:cNvSpPr/>
            <p:nvPr/>
          </p:nvSpPr>
          <p:spPr>
            <a:xfrm flipV="1">
              <a:off x="1089" y="2072"/>
              <a:ext cx="0" cy="399"/>
            </a:xfrm>
            <a:prstGeom prst="line">
              <a:avLst/>
            </a:prstGeom>
            <a:ln w="28575" cap="flat" cmpd="sng">
              <a:solidFill>
                <a:srgbClr val="000000"/>
              </a:solidFill>
              <a:prstDash val="solid"/>
              <a:headEnd type="none" w="med" len="med"/>
              <a:tailEnd type="triangle" w="med" len="med"/>
            </a:ln>
          </p:spPr>
        </p:sp>
        <p:sp>
          <p:nvSpPr>
            <p:cNvPr id="9268" name="Line 40"/>
            <p:cNvSpPr/>
            <p:nvPr/>
          </p:nvSpPr>
          <p:spPr>
            <a:xfrm>
              <a:off x="1089" y="2471"/>
              <a:ext cx="702" cy="0"/>
            </a:xfrm>
            <a:prstGeom prst="line">
              <a:avLst/>
            </a:prstGeom>
            <a:ln w="28575" cap="flat" cmpd="sng">
              <a:solidFill>
                <a:srgbClr val="000000"/>
              </a:solidFill>
              <a:prstDash val="solid"/>
              <a:headEnd type="none" w="med" len="med"/>
              <a:tailEnd type="triangle" w="med" len="med"/>
            </a:ln>
          </p:spPr>
        </p:sp>
      </p:grpSp>
      <p:sp>
        <p:nvSpPr>
          <p:cNvPr id="9245" name="Freeform 41"/>
          <p:cNvSpPr/>
          <p:nvPr/>
        </p:nvSpPr>
        <p:spPr>
          <a:xfrm>
            <a:off x="3873500" y="1982788"/>
            <a:ext cx="871538" cy="280987"/>
          </a:xfrm>
          <a:custGeom>
            <a:avLst/>
            <a:gdLst>
              <a:gd name="txL" fmla="*/ 0 w 1908"/>
              <a:gd name="txT" fmla="*/ 0 h 388"/>
              <a:gd name="txR" fmla="*/ 1908 w 1908"/>
              <a:gd name="txB" fmla="*/ 388 h 388"/>
            </a:gdLst>
            <a:ahLst/>
            <a:cxnLst>
              <a:cxn ang="0">
                <a:pos x="0" y="2147483646"/>
              </a:cxn>
              <a:cxn ang="0">
                <a:pos x="2147483646" y="0"/>
              </a:cxn>
              <a:cxn ang="0">
                <a:pos x="2147483646" y="2147483646"/>
              </a:cxn>
              <a:cxn ang="0">
                <a:pos x="2147483646" y="0"/>
              </a:cxn>
              <a:cxn ang="0">
                <a:pos x="2147483646" y="2147483646"/>
              </a:cxn>
            </a:cxnLst>
            <a:rect l="txL" t="txT" r="txR" b="txB"/>
            <a:pathLst>
              <a:path w="1908" h="388">
                <a:moveTo>
                  <a:pt x="0" y="388"/>
                </a:moveTo>
                <a:cubicBezTo>
                  <a:pt x="161" y="196"/>
                  <a:pt x="322" y="4"/>
                  <a:pt x="480" y="2"/>
                </a:cubicBezTo>
                <a:cubicBezTo>
                  <a:pt x="638" y="0"/>
                  <a:pt x="786" y="376"/>
                  <a:pt x="948" y="376"/>
                </a:cubicBezTo>
                <a:cubicBezTo>
                  <a:pt x="1110" y="376"/>
                  <a:pt x="1291" y="2"/>
                  <a:pt x="1451" y="2"/>
                </a:cubicBezTo>
                <a:cubicBezTo>
                  <a:pt x="1611" y="2"/>
                  <a:pt x="1759" y="189"/>
                  <a:pt x="1908" y="376"/>
                </a:cubicBezTo>
              </a:path>
            </a:pathLst>
          </a:custGeom>
          <a:noFill/>
          <a:ln w="28575" cap="flat" cmpd="sng">
            <a:solidFill>
              <a:srgbClr val="000000">
                <a:alpha val="100000"/>
              </a:srgbClr>
            </a:solidFill>
            <a:prstDash val="solid"/>
            <a:round/>
            <a:headEnd type="none" w="med" len="med"/>
            <a:tailEnd type="none" w="med" len="med"/>
          </a:ln>
        </p:spPr>
        <p:txBody>
          <a:bodyPr/>
          <a:lstStyle/>
          <a:p>
            <a:endParaRPr lang="zh-CN" altLang="en-US"/>
          </a:p>
        </p:txBody>
      </p:sp>
      <p:sp>
        <p:nvSpPr>
          <p:cNvPr id="9246" name="Text Box 42"/>
          <p:cNvSpPr txBox="1"/>
          <p:nvPr/>
        </p:nvSpPr>
        <p:spPr>
          <a:xfrm>
            <a:off x="3857625" y="1390650"/>
            <a:ext cx="561975" cy="519113"/>
          </a:xfrm>
          <a:prstGeom prst="rect">
            <a:avLst/>
          </a:prstGeom>
          <a:noFill/>
          <a:ln w="28575">
            <a:noFill/>
          </a:ln>
        </p:spPr>
        <p:txBody>
          <a:bodyPr>
            <a:spAutoFit/>
          </a:bodyPr>
          <a:lstStyle/>
          <a:p>
            <a:pPr eaLnBrk="1" hangingPunct="1"/>
            <a:r>
              <a:rPr lang="en-US" altLang="zh-CN" sz="2800" i="1" dirty="0">
                <a:latin typeface="Times New Roman" panose="02020603050405020304" pitchFamily="18" charset="0"/>
                <a:ea typeface="楷体_GB2312"/>
              </a:rPr>
              <a:t>u</a:t>
            </a:r>
            <a:r>
              <a:rPr lang="en-US" altLang="zh-CN" sz="2800" baseline="-25000" dirty="0">
                <a:latin typeface="Times New Roman" panose="02020603050405020304" pitchFamily="18" charset="0"/>
                <a:ea typeface="楷体_GB2312"/>
              </a:rPr>
              <a:t>3</a:t>
            </a:r>
            <a:endParaRPr lang="en-US" altLang="zh-CN" sz="2800" dirty="0">
              <a:latin typeface="Times New Roman" panose="02020603050405020304" pitchFamily="18" charset="0"/>
              <a:ea typeface="楷体_GB2312"/>
            </a:endParaRPr>
          </a:p>
        </p:txBody>
      </p:sp>
      <p:grpSp>
        <p:nvGrpSpPr>
          <p:cNvPr id="9247" name="Group 43"/>
          <p:cNvGrpSpPr/>
          <p:nvPr/>
        </p:nvGrpSpPr>
        <p:grpSpPr>
          <a:xfrm>
            <a:off x="5665788" y="1735138"/>
            <a:ext cx="947737" cy="633412"/>
            <a:chOff x="1089" y="2072"/>
            <a:chExt cx="702" cy="399"/>
          </a:xfrm>
        </p:grpSpPr>
        <p:sp>
          <p:nvSpPr>
            <p:cNvPr id="9265" name="Line 44"/>
            <p:cNvSpPr/>
            <p:nvPr/>
          </p:nvSpPr>
          <p:spPr>
            <a:xfrm flipV="1">
              <a:off x="1089" y="2072"/>
              <a:ext cx="0" cy="399"/>
            </a:xfrm>
            <a:prstGeom prst="line">
              <a:avLst/>
            </a:prstGeom>
            <a:ln w="28575" cap="flat" cmpd="sng">
              <a:solidFill>
                <a:srgbClr val="000000"/>
              </a:solidFill>
              <a:prstDash val="solid"/>
              <a:headEnd type="none" w="med" len="med"/>
              <a:tailEnd type="triangle" w="med" len="med"/>
            </a:ln>
          </p:spPr>
        </p:sp>
        <p:sp>
          <p:nvSpPr>
            <p:cNvPr id="9266" name="Line 45"/>
            <p:cNvSpPr/>
            <p:nvPr/>
          </p:nvSpPr>
          <p:spPr>
            <a:xfrm>
              <a:off x="1089" y="2471"/>
              <a:ext cx="702" cy="0"/>
            </a:xfrm>
            <a:prstGeom prst="line">
              <a:avLst/>
            </a:prstGeom>
            <a:ln w="28575" cap="flat" cmpd="sng">
              <a:solidFill>
                <a:srgbClr val="000000"/>
              </a:solidFill>
              <a:prstDash val="solid"/>
              <a:headEnd type="none" w="med" len="med"/>
              <a:tailEnd type="triangle" w="med" len="med"/>
            </a:ln>
          </p:spPr>
        </p:sp>
      </p:grpSp>
      <p:sp>
        <p:nvSpPr>
          <p:cNvPr id="9248" name="Freeform 46"/>
          <p:cNvSpPr/>
          <p:nvPr/>
        </p:nvSpPr>
        <p:spPr>
          <a:xfrm>
            <a:off x="5638800" y="1968500"/>
            <a:ext cx="873125" cy="87313"/>
          </a:xfrm>
          <a:custGeom>
            <a:avLst/>
            <a:gdLst>
              <a:gd name="txL" fmla="*/ 0 w 1908"/>
              <a:gd name="txT" fmla="*/ 0 h 388"/>
              <a:gd name="txR" fmla="*/ 1908 w 1908"/>
              <a:gd name="txB" fmla="*/ 388 h 388"/>
            </a:gdLst>
            <a:ahLst/>
            <a:cxnLst>
              <a:cxn ang="0">
                <a:pos x="0" y="2147483646"/>
              </a:cxn>
              <a:cxn ang="0">
                <a:pos x="2147483646" y="0"/>
              </a:cxn>
              <a:cxn ang="0">
                <a:pos x="2147483646" y="2147483646"/>
              </a:cxn>
              <a:cxn ang="0">
                <a:pos x="2147483646" y="0"/>
              </a:cxn>
              <a:cxn ang="0">
                <a:pos x="2147483646" y="2147483646"/>
              </a:cxn>
            </a:cxnLst>
            <a:rect l="txL" t="txT" r="txR" b="txB"/>
            <a:pathLst>
              <a:path w="1908" h="388">
                <a:moveTo>
                  <a:pt x="0" y="388"/>
                </a:moveTo>
                <a:cubicBezTo>
                  <a:pt x="161" y="196"/>
                  <a:pt x="322" y="4"/>
                  <a:pt x="480" y="2"/>
                </a:cubicBezTo>
                <a:cubicBezTo>
                  <a:pt x="638" y="0"/>
                  <a:pt x="786" y="376"/>
                  <a:pt x="948" y="376"/>
                </a:cubicBezTo>
                <a:cubicBezTo>
                  <a:pt x="1110" y="376"/>
                  <a:pt x="1291" y="2"/>
                  <a:pt x="1451" y="2"/>
                </a:cubicBezTo>
                <a:cubicBezTo>
                  <a:pt x="1611" y="2"/>
                  <a:pt x="1759" y="189"/>
                  <a:pt x="1908" y="376"/>
                </a:cubicBezTo>
              </a:path>
            </a:pathLst>
          </a:custGeom>
          <a:noFill/>
          <a:ln w="28575" cap="flat" cmpd="sng">
            <a:solidFill>
              <a:srgbClr val="000000">
                <a:alpha val="100000"/>
              </a:srgbClr>
            </a:solidFill>
            <a:prstDash val="solid"/>
            <a:round/>
            <a:headEnd type="none" w="med" len="med"/>
            <a:tailEnd type="none" w="med" len="med"/>
          </a:ln>
        </p:spPr>
        <p:txBody>
          <a:bodyPr/>
          <a:lstStyle/>
          <a:p>
            <a:endParaRPr lang="zh-CN" altLang="en-US"/>
          </a:p>
        </p:txBody>
      </p:sp>
      <p:sp>
        <p:nvSpPr>
          <p:cNvPr id="9249" name="Text Box 47"/>
          <p:cNvSpPr txBox="1"/>
          <p:nvPr/>
        </p:nvSpPr>
        <p:spPr>
          <a:xfrm>
            <a:off x="5657850" y="1390650"/>
            <a:ext cx="561975" cy="519113"/>
          </a:xfrm>
          <a:prstGeom prst="rect">
            <a:avLst/>
          </a:prstGeom>
          <a:noFill/>
          <a:ln w="28575">
            <a:noFill/>
          </a:ln>
        </p:spPr>
        <p:txBody>
          <a:bodyPr>
            <a:spAutoFit/>
          </a:bodyPr>
          <a:lstStyle/>
          <a:p>
            <a:pPr eaLnBrk="1" hangingPunct="1"/>
            <a:r>
              <a:rPr lang="en-US" altLang="zh-CN" sz="2800" i="1" dirty="0">
                <a:latin typeface="Times New Roman" panose="02020603050405020304" pitchFamily="18" charset="0"/>
                <a:ea typeface="楷体_GB2312"/>
              </a:rPr>
              <a:t>u</a:t>
            </a:r>
            <a:r>
              <a:rPr lang="en-US" altLang="zh-CN" sz="2800" baseline="-25000" dirty="0">
                <a:latin typeface="Times New Roman" panose="02020603050405020304" pitchFamily="18" charset="0"/>
                <a:ea typeface="楷体_GB2312"/>
              </a:rPr>
              <a:t>4</a:t>
            </a:r>
            <a:endParaRPr lang="en-US" altLang="zh-CN" sz="2800" dirty="0">
              <a:latin typeface="Times New Roman" panose="02020603050405020304" pitchFamily="18" charset="0"/>
              <a:ea typeface="楷体_GB2312"/>
            </a:endParaRPr>
          </a:p>
        </p:txBody>
      </p:sp>
      <p:grpSp>
        <p:nvGrpSpPr>
          <p:cNvPr id="9250" name="Group 48"/>
          <p:cNvGrpSpPr/>
          <p:nvPr/>
        </p:nvGrpSpPr>
        <p:grpSpPr>
          <a:xfrm>
            <a:off x="7434263" y="1720850"/>
            <a:ext cx="947737" cy="633413"/>
            <a:chOff x="1089" y="2072"/>
            <a:chExt cx="702" cy="399"/>
          </a:xfrm>
        </p:grpSpPr>
        <p:sp>
          <p:nvSpPr>
            <p:cNvPr id="9263" name="Line 49"/>
            <p:cNvSpPr/>
            <p:nvPr/>
          </p:nvSpPr>
          <p:spPr>
            <a:xfrm flipV="1">
              <a:off x="1089" y="2072"/>
              <a:ext cx="0" cy="399"/>
            </a:xfrm>
            <a:prstGeom prst="line">
              <a:avLst/>
            </a:prstGeom>
            <a:ln w="28575" cap="flat" cmpd="sng">
              <a:solidFill>
                <a:srgbClr val="000000"/>
              </a:solidFill>
              <a:prstDash val="solid"/>
              <a:headEnd type="none" w="med" len="med"/>
              <a:tailEnd type="triangle" w="med" len="med"/>
            </a:ln>
          </p:spPr>
        </p:sp>
        <p:sp>
          <p:nvSpPr>
            <p:cNvPr id="9264" name="Line 50"/>
            <p:cNvSpPr/>
            <p:nvPr/>
          </p:nvSpPr>
          <p:spPr>
            <a:xfrm>
              <a:off x="1089" y="2471"/>
              <a:ext cx="702" cy="0"/>
            </a:xfrm>
            <a:prstGeom prst="line">
              <a:avLst/>
            </a:prstGeom>
            <a:ln w="28575" cap="flat" cmpd="sng">
              <a:solidFill>
                <a:srgbClr val="000000"/>
              </a:solidFill>
              <a:prstDash val="solid"/>
              <a:headEnd type="none" w="med" len="med"/>
              <a:tailEnd type="triangle" w="med" len="med"/>
            </a:ln>
          </p:spPr>
        </p:sp>
      </p:grpSp>
      <p:sp>
        <p:nvSpPr>
          <p:cNvPr id="9251" name="Text Box 51"/>
          <p:cNvSpPr txBox="1"/>
          <p:nvPr/>
        </p:nvSpPr>
        <p:spPr>
          <a:xfrm>
            <a:off x="7431088" y="1428750"/>
            <a:ext cx="561975" cy="519113"/>
          </a:xfrm>
          <a:prstGeom prst="rect">
            <a:avLst/>
          </a:prstGeom>
          <a:noFill/>
          <a:ln w="28575">
            <a:noFill/>
          </a:ln>
        </p:spPr>
        <p:txBody>
          <a:bodyPr>
            <a:spAutoFit/>
          </a:bodyPr>
          <a:lstStyle/>
          <a:p>
            <a:pPr eaLnBrk="1" hangingPunct="1"/>
            <a:r>
              <a:rPr lang="en-US" altLang="zh-CN" sz="2800" i="1" dirty="0">
                <a:latin typeface="Times New Roman" panose="02020603050405020304" pitchFamily="18" charset="0"/>
                <a:ea typeface="楷体_GB2312"/>
              </a:rPr>
              <a:t>u</a:t>
            </a:r>
            <a:r>
              <a:rPr lang="en-US" altLang="zh-CN" sz="2800" i="1" baseline="-25000" dirty="0">
                <a:latin typeface="Times New Roman" panose="02020603050405020304" pitchFamily="18" charset="0"/>
                <a:ea typeface="楷体_GB2312"/>
              </a:rPr>
              <a:t>o</a:t>
            </a:r>
            <a:endParaRPr lang="en-US" altLang="zh-CN" sz="2800" dirty="0">
              <a:latin typeface="Times New Roman" panose="02020603050405020304" pitchFamily="18" charset="0"/>
              <a:ea typeface="楷体_GB2312"/>
            </a:endParaRPr>
          </a:p>
        </p:txBody>
      </p:sp>
      <p:sp>
        <p:nvSpPr>
          <p:cNvPr id="9252" name="Line 68"/>
          <p:cNvSpPr/>
          <p:nvPr/>
        </p:nvSpPr>
        <p:spPr>
          <a:xfrm>
            <a:off x="7448550" y="1979613"/>
            <a:ext cx="838200" cy="0"/>
          </a:xfrm>
          <a:prstGeom prst="line">
            <a:avLst/>
          </a:prstGeom>
          <a:ln w="28575" cap="flat" cmpd="sng">
            <a:solidFill>
              <a:schemeClr val="tx1"/>
            </a:solidFill>
            <a:prstDash val="solid"/>
            <a:headEnd type="none" w="med" len="med"/>
            <a:tailEnd type="none" w="med" len="med"/>
          </a:ln>
        </p:spPr>
      </p:sp>
      <p:grpSp>
        <p:nvGrpSpPr>
          <p:cNvPr id="6" name="Group 55"/>
          <p:cNvGrpSpPr/>
          <p:nvPr/>
        </p:nvGrpSpPr>
        <p:grpSpPr>
          <a:xfrm>
            <a:off x="1676400" y="1150938"/>
            <a:ext cx="381000" cy="1600200"/>
            <a:chOff x="946" y="786"/>
            <a:chExt cx="240" cy="1008"/>
          </a:xfrm>
        </p:grpSpPr>
        <p:sp>
          <p:nvSpPr>
            <p:cNvPr id="9256" name="Line 56"/>
            <p:cNvSpPr/>
            <p:nvPr/>
          </p:nvSpPr>
          <p:spPr>
            <a:xfrm>
              <a:off x="946" y="786"/>
              <a:ext cx="0" cy="144"/>
            </a:xfrm>
            <a:prstGeom prst="line">
              <a:avLst/>
            </a:prstGeom>
            <a:ln w="57150" cap="flat" cmpd="sng">
              <a:solidFill>
                <a:srgbClr val="FF0000"/>
              </a:solidFill>
              <a:prstDash val="solid"/>
              <a:headEnd type="none" w="med" len="med"/>
              <a:tailEnd type="none" w="med" len="med"/>
            </a:ln>
          </p:spPr>
        </p:sp>
        <p:sp>
          <p:nvSpPr>
            <p:cNvPr id="9257" name="Line 57"/>
            <p:cNvSpPr/>
            <p:nvPr/>
          </p:nvSpPr>
          <p:spPr>
            <a:xfrm flipV="1">
              <a:off x="946" y="1650"/>
              <a:ext cx="0" cy="144"/>
            </a:xfrm>
            <a:prstGeom prst="line">
              <a:avLst/>
            </a:prstGeom>
            <a:ln w="57150" cap="flat" cmpd="sng">
              <a:solidFill>
                <a:srgbClr val="FF0000"/>
              </a:solidFill>
              <a:prstDash val="solid"/>
              <a:headEnd type="none" w="med" len="med"/>
              <a:tailEnd type="none" w="med" len="med"/>
            </a:ln>
          </p:spPr>
        </p:sp>
        <p:sp>
          <p:nvSpPr>
            <p:cNvPr id="9258" name="Freeform 58"/>
            <p:cNvSpPr/>
            <p:nvPr/>
          </p:nvSpPr>
          <p:spPr>
            <a:xfrm>
              <a:off x="946" y="930"/>
              <a:ext cx="48" cy="720"/>
            </a:xfrm>
            <a:custGeom>
              <a:avLst/>
              <a:gdLst>
                <a:gd name="txL" fmla="*/ 0 w 48"/>
                <a:gd name="txT" fmla="*/ 0 h 768"/>
                <a:gd name="txR" fmla="*/ 48 w 48"/>
                <a:gd name="txB" fmla="*/ 768 h 768"/>
              </a:gdLst>
              <a:ahLst/>
              <a:cxnLst>
                <a:cxn ang="0">
                  <a:pos x="0" y="0"/>
                </a:cxn>
                <a:cxn ang="0">
                  <a:pos x="48" y="19"/>
                </a:cxn>
                <a:cxn ang="0">
                  <a:pos x="0" y="36"/>
                </a:cxn>
                <a:cxn ang="0">
                  <a:pos x="48" y="54"/>
                </a:cxn>
                <a:cxn ang="0">
                  <a:pos x="0" y="72"/>
                </a:cxn>
                <a:cxn ang="0">
                  <a:pos x="48" y="90"/>
                </a:cxn>
                <a:cxn ang="0">
                  <a:pos x="0" y="107"/>
                </a:cxn>
                <a:cxn ang="0">
                  <a:pos x="48" y="126"/>
                </a:cxn>
                <a:cxn ang="0">
                  <a:pos x="0" y="143"/>
                </a:cxn>
              </a:cxnLst>
              <a:rect l="txL" t="txT" r="txR" b="txB"/>
              <a:pathLst>
                <a:path w="48" h="768">
                  <a:moveTo>
                    <a:pt x="0" y="0"/>
                  </a:moveTo>
                  <a:cubicBezTo>
                    <a:pt x="24" y="32"/>
                    <a:pt x="48" y="64"/>
                    <a:pt x="48" y="96"/>
                  </a:cubicBezTo>
                  <a:cubicBezTo>
                    <a:pt x="48" y="128"/>
                    <a:pt x="0" y="160"/>
                    <a:pt x="0" y="192"/>
                  </a:cubicBezTo>
                  <a:cubicBezTo>
                    <a:pt x="0" y="224"/>
                    <a:pt x="48" y="256"/>
                    <a:pt x="48" y="288"/>
                  </a:cubicBezTo>
                  <a:cubicBezTo>
                    <a:pt x="48" y="320"/>
                    <a:pt x="0" y="352"/>
                    <a:pt x="0" y="384"/>
                  </a:cubicBezTo>
                  <a:cubicBezTo>
                    <a:pt x="0" y="416"/>
                    <a:pt x="48" y="448"/>
                    <a:pt x="48" y="480"/>
                  </a:cubicBezTo>
                  <a:cubicBezTo>
                    <a:pt x="48" y="512"/>
                    <a:pt x="0" y="544"/>
                    <a:pt x="0" y="576"/>
                  </a:cubicBezTo>
                  <a:cubicBezTo>
                    <a:pt x="0" y="608"/>
                    <a:pt x="48" y="640"/>
                    <a:pt x="48" y="672"/>
                  </a:cubicBezTo>
                  <a:cubicBezTo>
                    <a:pt x="48" y="704"/>
                    <a:pt x="8" y="752"/>
                    <a:pt x="0" y="768"/>
                  </a:cubicBezTo>
                </a:path>
              </a:pathLst>
            </a:custGeom>
            <a:noFill/>
            <a:ln w="57150" cap="flat" cmpd="sng">
              <a:solidFill>
                <a:srgbClr val="FF0000">
                  <a:alpha val="100000"/>
                </a:srgbClr>
              </a:solidFill>
              <a:prstDash val="solid"/>
              <a:round/>
              <a:headEnd type="none" w="med" len="med"/>
              <a:tailEnd type="none" w="med" len="med"/>
            </a:ln>
          </p:spPr>
          <p:txBody>
            <a:bodyPr/>
            <a:lstStyle/>
            <a:p>
              <a:endParaRPr lang="zh-CN" altLang="en-US"/>
            </a:p>
          </p:txBody>
        </p:sp>
        <p:sp>
          <p:nvSpPr>
            <p:cNvPr id="9259" name="Line 59"/>
            <p:cNvSpPr/>
            <p:nvPr/>
          </p:nvSpPr>
          <p:spPr>
            <a:xfrm flipH="1">
              <a:off x="1186" y="786"/>
              <a:ext cx="0" cy="144"/>
            </a:xfrm>
            <a:prstGeom prst="line">
              <a:avLst/>
            </a:prstGeom>
            <a:ln w="57150" cap="flat" cmpd="sng">
              <a:solidFill>
                <a:srgbClr val="FF0000"/>
              </a:solidFill>
              <a:prstDash val="solid"/>
              <a:headEnd type="none" w="med" len="med"/>
              <a:tailEnd type="none" w="med" len="med"/>
            </a:ln>
          </p:spPr>
        </p:sp>
        <p:sp>
          <p:nvSpPr>
            <p:cNvPr id="9260" name="Line 60"/>
            <p:cNvSpPr/>
            <p:nvPr/>
          </p:nvSpPr>
          <p:spPr>
            <a:xfrm flipH="1" flipV="1">
              <a:off x="1186" y="1650"/>
              <a:ext cx="0" cy="144"/>
            </a:xfrm>
            <a:prstGeom prst="line">
              <a:avLst/>
            </a:prstGeom>
            <a:ln w="57150" cap="flat" cmpd="sng">
              <a:solidFill>
                <a:srgbClr val="FF0000"/>
              </a:solidFill>
              <a:prstDash val="solid"/>
              <a:headEnd type="none" w="med" len="med"/>
              <a:tailEnd type="none" w="med" len="med"/>
            </a:ln>
          </p:spPr>
        </p:sp>
        <p:sp>
          <p:nvSpPr>
            <p:cNvPr id="9261" name="Freeform 61"/>
            <p:cNvSpPr/>
            <p:nvPr/>
          </p:nvSpPr>
          <p:spPr>
            <a:xfrm flipH="1">
              <a:off x="1138" y="930"/>
              <a:ext cx="48" cy="720"/>
            </a:xfrm>
            <a:custGeom>
              <a:avLst/>
              <a:gdLst>
                <a:gd name="txL" fmla="*/ 0 w 48"/>
                <a:gd name="txT" fmla="*/ 0 h 768"/>
                <a:gd name="txR" fmla="*/ 48 w 48"/>
                <a:gd name="txB" fmla="*/ 768 h 768"/>
              </a:gdLst>
              <a:ahLst/>
              <a:cxnLst>
                <a:cxn ang="0">
                  <a:pos x="0" y="0"/>
                </a:cxn>
                <a:cxn ang="0">
                  <a:pos x="48" y="19"/>
                </a:cxn>
                <a:cxn ang="0">
                  <a:pos x="0" y="36"/>
                </a:cxn>
                <a:cxn ang="0">
                  <a:pos x="48" y="54"/>
                </a:cxn>
                <a:cxn ang="0">
                  <a:pos x="0" y="72"/>
                </a:cxn>
                <a:cxn ang="0">
                  <a:pos x="48" y="90"/>
                </a:cxn>
                <a:cxn ang="0">
                  <a:pos x="0" y="107"/>
                </a:cxn>
                <a:cxn ang="0">
                  <a:pos x="48" y="126"/>
                </a:cxn>
                <a:cxn ang="0">
                  <a:pos x="0" y="143"/>
                </a:cxn>
              </a:cxnLst>
              <a:rect l="txL" t="txT" r="txR" b="txB"/>
              <a:pathLst>
                <a:path w="48" h="768">
                  <a:moveTo>
                    <a:pt x="0" y="0"/>
                  </a:moveTo>
                  <a:cubicBezTo>
                    <a:pt x="24" y="32"/>
                    <a:pt x="48" y="64"/>
                    <a:pt x="48" y="96"/>
                  </a:cubicBezTo>
                  <a:cubicBezTo>
                    <a:pt x="48" y="128"/>
                    <a:pt x="0" y="160"/>
                    <a:pt x="0" y="192"/>
                  </a:cubicBezTo>
                  <a:cubicBezTo>
                    <a:pt x="0" y="224"/>
                    <a:pt x="48" y="256"/>
                    <a:pt x="48" y="288"/>
                  </a:cubicBezTo>
                  <a:cubicBezTo>
                    <a:pt x="48" y="320"/>
                    <a:pt x="0" y="352"/>
                    <a:pt x="0" y="384"/>
                  </a:cubicBezTo>
                  <a:cubicBezTo>
                    <a:pt x="0" y="416"/>
                    <a:pt x="48" y="448"/>
                    <a:pt x="48" y="480"/>
                  </a:cubicBezTo>
                  <a:cubicBezTo>
                    <a:pt x="48" y="512"/>
                    <a:pt x="0" y="544"/>
                    <a:pt x="0" y="576"/>
                  </a:cubicBezTo>
                  <a:cubicBezTo>
                    <a:pt x="0" y="608"/>
                    <a:pt x="48" y="640"/>
                    <a:pt x="48" y="672"/>
                  </a:cubicBezTo>
                  <a:cubicBezTo>
                    <a:pt x="48" y="704"/>
                    <a:pt x="8" y="752"/>
                    <a:pt x="0" y="768"/>
                  </a:cubicBezTo>
                </a:path>
              </a:pathLst>
            </a:custGeom>
            <a:noFill/>
            <a:ln w="57150" cap="flat" cmpd="sng">
              <a:solidFill>
                <a:srgbClr val="FF0000">
                  <a:alpha val="100000"/>
                </a:srgbClr>
              </a:solidFill>
              <a:prstDash val="solid"/>
              <a:round/>
              <a:headEnd type="none" w="med" len="med"/>
              <a:tailEnd type="none" w="med" len="med"/>
            </a:ln>
          </p:spPr>
          <p:txBody>
            <a:bodyPr/>
            <a:lstStyle/>
            <a:p>
              <a:endParaRPr lang="zh-CN" altLang="en-US"/>
            </a:p>
          </p:txBody>
        </p:sp>
        <p:sp>
          <p:nvSpPr>
            <p:cNvPr id="9262" name="Line 62"/>
            <p:cNvSpPr/>
            <p:nvPr/>
          </p:nvSpPr>
          <p:spPr>
            <a:xfrm>
              <a:off x="1068" y="786"/>
              <a:ext cx="0" cy="1008"/>
            </a:xfrm>
            <a:prstGeom prst="line">
              <a:avLst/>
            </a:prstGeom>
            <a:ln w="57150" cap="flat" cmpd="sng">
              <a:solidFill>
                <a:srgbClr val="FF0000"/>
              </a:solidFill>
              <a:prstDash val="solid"/>
              <a:headEnd type="none" w="med" len="med"/>
              <a:tailEnd type="none" w="med" len="med"/>
            </a:ln>
          </p:spPr>
        </p:sp>
      </p:grpSp>
      <p:sp>
        <p:nvSpPr>
          <p:cNvPr id="9254" name="Rectangle 17"/>
          <p:cNvSpPr/>
          <p:nvPr/>
        </p:nvSpPr>
        <p:spPr>
          <a:xfrm>
            <a:off x="1633538" y="1139825"/>
            <a:ext cx="609600" cy="1655763"/>
          </a:xfrm>
          <a:prstGeom prst="rect">
            <a:avLst/>
          </a:prstGeom>
          <a:solidFill>
            <a:srgbClr val="FFCC66"/>
          </a:solidFill>
          <a:ln w="28575" cap="flat" cmpd="sng">
            <a:solidFill>
              <a:srgbClr val="000000"/>
            </a:solidFill>
            <a:prstDash val="solid"/>
            <a:miter/>
            <a:headEnd type="none" w="med" len="med"/>
            <a:tailEnd type="none" w="med" len="med"/>
          </a:ln>
        </p:spPr>
        <p:txBody>
          <a:bodyPr vert="eaVert" wrap="none" anchor="ctr" anchorCtr="0"/>
          <a:lstStyle/>
          <a:p>
            <a:pPr algn="ctr" eaLnBrk="1" hangingPunct="1"/>
            <a:r>
              <a:rPr lang="zh-CN" altLang="en-US" sz="2000" b="1" dirty="0">
                <a:latin typeface="华文中宋" panose="02010600040101010101" pitchFamily="2" charset="-122"/>
              </a:rPr>
              <a:t>变压器</a:t>
            </a:r>
          </a:p>
        </p:txBody>
      </p:sp>
      <p:sp>
        <p:nvSpPr>
          <p:cNvPr id="9255" name="文本框 2"/>
          <p:cNvSpPr txBox="1"/>
          <p:nvPr/>
        </p:nvSpPr>
        <p:spPr>
          <a:xfrm>
            <a:off x="3417888" y="2916238"/>
            <a:ext cx="3384550" cy="401637"/>
          </a:xfrm>
          <a:prstGeom prst="rect">
            <a:avLst/>
          </a:prstGeom>
          <a:noFill/>
          <a:ln w="9525">
            <a:noFill/>
          </a:ln>
        </p:spPr>
        <p:txBody>
          <a:bodyPr>
            <a:spAutoFit/>
          </a:bodyPr>
          <a:lstStyle/>
          <a:p>
            <a:r>
              <a:rPr lang="zh-CN" altLang="en-US" sz="2000" b="1" dirty="0">
                <a:latin typeface="华文宋体" panose="02010600040101010101" pitchFamily="2" charset="-122"/>
                <a:ea typeface="华文宋体" panose="02010600040101010101" pitchFamily="2" charset="-122"/>
              </a:rPr>
              <a:t>图</a:t>
            </a:r>
            <a:r>
              <a:rPr lang="en-US" altLang="zh-CN" sz="2000" b="1" dirty="0">
                <a:latin typeface="华文宋体" panose="02010600040101010101" pitchFamily="2" charset="-122"/>
                <a:ea typeface="华文宋体" panose="02010600040101010101" pitchFamily="2" charset="-122"/>
              </a:rPr>
              <a:t>1 </a:t>
            </a:r>
            <a:r>
              <a:rPr lang="zh-CN" altLang="en-US" sz="2000" b="1" dirty="0">
                <a:latin typeface="华文宋体" panose="02010600040101010101" pitchFamily="2" charset="-122"/>
                <a:ea typeface="华文宋体" panose="02010600040101010101" pitchFamily="2" charset="-122"/>
              </a:rPr>
              <a:t>电源的基本组成</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122"/>
                                        </p:tgtEl>
                                        <p:attrNameLst>
                                          <p:attrName>style.visibility</p:attrName>
                                        </p:attrNameLst>
                                      </p:cBhvr>
                                      <p:to>
                                        <p:strVal val="visible"/>
                                      </p:to>
                                    </p:set>
                                    <p:animEffect transition="in" filter="wipe(left)">
                                      <p:cBhvr>
                                        <p:cTn id="7" dur="500"/>
                                        <p:tgtEl>
                                          <p:spTgt spid="5122"/>
                                        </p:tgtEl>
                                      </p:cBhvr>
                                    </p:animEffect>
                                  </p:childTnLst>
                                </p:cTn>
                              </p:par>
                            </p:childTnLst>
                          </p:cTn>
                        </p:par>
                        <p:par>
                          <p:cTn id="8" fill="hold">
                            <p:stCondLst>
                              <p:cond delay="500"/>
                            </p:stCondLst>
                            <p:childTnLst>
                              <p:par>
                                <p:cTn id="9" presetID="16" presetClass="entr" presetSubtype="42" fill="hold"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barn(outHorizontal)">
                                      <p:cBhvr>
                                        <p:cTn id="11" dur="500"/>
                                        <p:tgtEl>
                                          <p:spTgt spid="6"/>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5183"/>
                                        </p:tgtEl>
                                        <p:attrNameLst>
                                          <p:attrName>style.visibility</p:attrName>
                                        </p:attrNameLst>
                                      </p:cBhvr>
                                      <p:to>
                                        <p:strVal val="visible"/>
                                      </p:to>
                                    </p:set>
                                    <p:animEffect transition="in" filter="wipe(left)">
                                      <p:cBhvr>
                                        <p:cTn id="16" dur="500"/>
                                        <p:tgtEl>
                                          <p:spTgt spid="5183"/>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5184"/>
                                        </p:tgtEl>
                                        <p:attrNameLst>
                                          <p:attrName>style.visibility</p:attrName>
                                        </p:attrNameLst>
                                      </p:cBhvr>
                                      <p:to>
                                        <p:strVal val="visible"/>
                                      </p:to>
                                    </p:set>
                                    <p:animEffect transition="in" filter="wipe(left)">
                                      <p:cBhvr>
                                        <p:cTn id="21" dur="500"/>
                                        <p:tgtEl>
                                          <p:spTgt spid="5184"/>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5185"/>
                                        </p:tgtEl>
                                        <p:attrNameLst>
                                          <p:attrName>style.visibility</p:attrName>
                                        </p:attrNameLst>
                                      </p:cBhvr>
                                      <p:to>
                                        <p:strVal val="visible"/>
                                      </p:to>
                                    </p:set>
                                    <p:animEffect transition="in" filter="wipe(left)">
                                      <p:cBhvr>
                                        <p:cTn id="26" dur="500"/>
                                        <p:tgtEl>
                                          <p:spTgt spid="518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2" grpId="0"/>
      <p:bldP spid="5183" grpId="0"/>
      <p:bldP spid="5184" grpId="0"/>
      <p:bldP spid="5185"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4"/>
          <p:cNvGrpSpPr/>
          <p:nvPr/>
        </p:nvGrpSpPr>
        <p:grpSpPr>
          <a:xfrm>
            <a:off x="1050925" y="2376488"/>
            <a:ext cx="1179513" cy="1160462"/>
            <a:chOff x="841" y="2436"/>
            <a:chExt cx="743" cy="731"/>
          </a:xfrm>
        </p:grpSpPr>
        <p:sp>
          <p:nvSpPr>
            <p:cNvPr id="10262" name="Text Box 5"/>
            <p:cNvSpPr txBox="1"/>
            <p:nvPr/>
          </p:nvSpPr>
          <p:spPr>
            <a:xfrm>
              <a:off x="924" y="2436"/>
              <a:ext cx="660" cy="731"/>
            </a:xfrm>
            <a:prstGeom prst="rect">
              <a:avLst/>
            </a:prstGeom>
            <a:noFill/>
            <a:ln w="9525">
              <a:noFill/>
            </a:ln>
          </p:spPr>
          <p:txBody>
            <a:bodyPr>
              <a:spAutoFit/>
            </a:bodyPr>
            <a:lstStyle/>
            <a:p>
              <a:pPr eaLnBrk="1" hangingPunct="1">
                <a:spcBef>
                  <a:spcPct val="50000"/>
                </a:spcBef>
              </a:pPr>
              <a:r>
                <a:rPr lang="zh-CN" altLang="en-US" sz="2800" dirty="0">
                  <a:latin typeface="Times New Roman" panose="02020603050405020304" pitchFamily="18" charset="0"/>
                  <a:ea typeface="宋体" panose="02010600030101010101" pitchFamily="2" charset="-122"/>
                </a:rPr>
                <a:t>单相</a:t>
              </a:r>
            </a:p>
            <a:p>
              <a:pPr eaLnBrk="1" hangingPunct="1">
                <a:spcBef>
                  <a:spcPct val="50000"/>
                </a:spcBef>
              </a:pPr>
              <a:r>
                <a:rPr lang="zh-CN" altLang="en-US" sz="2800" dirty="0">
                  <a:latin typeface="Times New Roman" panose="02020603050405020304" pitchFamily="18" charset="0"/>
                  <a:ea typeface="宋体" panose="02010600030101010101" pitchFamily="2" charset="-122"/>
                </a:rPr>
                <a:t>三相</a:t>
              </a:r>
            </a:p>
          </p:txBody>
        </p:sp>
        <p:sp>
          <p:nvSpPr>
            <p:cNvPr id="10263" name="AutoShape 6"/>
            <p:cNvSpPr/>
            <p:nvPr/>
          </p:nvSpPr>
          <p:spPr>
            <a:xfrm>
              <a:off x="841" y="2472"/>
              <a:ext cx="143" cy="648"/>
            </a:xfrm>
            <a:prstGeom prst="leftBrace">
              <a:avLst>
                <a:gd name="adj1" fmla="val 37762"/>
                <a:gd name="adj2" fmla="val 50000"/>
              </a:avLst>
            </a:prstGeom>
            <a:noFill/>
            <a:ln w="28575" cap="flat" cmpd="sng">
              <a:solidFill>
                <a:schemeClr val="tx1"/>
              </a:solidFill>
              <a:prstDash val="solid"/>
              <a:headEnd type="none" w="med" len="med"/>
              <a:tailEnd type="none" w="med" len="med"/>
            </a:ln>
          </p:spPr>
          <p:txBody>
            <a:bodyPr wrap="none" anchor="ctr" anchorCtr="0"/>
            <a:lstStyle/>
            <a:p>
              <a:pPr algn="ctr" eaLnBrk="1" hangingPunct="1">
                <a:spcBef>
                  <a:spcPct val="50000"/>
                </a:spcBef>
              </a:pPr>
              <a:endParaRPr lang="zh-CN" altLang="en-US" sz="2800" dirty="0">
                <a:latin typeface="Times New Roman" panose="02020603050405020304" pitchFamily="18" charset="0"/>
                <a:ea typeface="楷体_GB2312"/>
              </a:endParaRPr>
            </a:p>
          </p:txBody>
        </p:sp>
      </p:grpSp>
      <p:grpSp>
        <p:nvGrpSpPr>
          <p:cNvPr id="3" name="Group 7"/>
          <p:cNvGrpSpPr/>
          <p:nvPr/>
        </p:nvGrpSpPr>
        <p:grpSpPr>
          <a:xfrm>
            <a:off x="6213475" y="2319338"/>
            <a:ext cx="1579563" cy="1162050"/>
            <a:chOff x="4045" y="2412"/>
            <a:chExt cx="995" cy="732"/>
          </a:xfrm>
        </p:grpSpPr>
        <p:sp>
          <p:nvSpPr>
            <p:cNvPr id="10260" name="Text Box 8"/>
            <p:cNvSpPr txBox="1"/>
            <p:nvPr/>
          </p:nvSpPr>
          <p:spPr>
            <a:xfrm>
              <a:off x="4140" y="2412"/>
              <a:ext cx="900" cy="731"/>
            </a:xfrm>
            <a:prstGeom prst="rect">
              <a:avLst/>
            </a:prstGeom>
            <a:noFill/>
            <a:ln w="9525">
              <a:noFill/>
            </a:ln>
          </p:spPr>
          <p:txBody>
            <a:bodyPr>
              <a:spAutoFit/>
            </a:bodyPr>
            <a:lstStyle/>
            <a:p>
              <a:pPr eaLnBrk="1" hangingPunct="1">
                <a:spcBef>
                  <a:spcPct val="50000"/>
                </a:spcBef>
              </a:pPr>
              <a:r>
                <a:rPr lang="zh-CN" altLang="en-US" sz="2800" dirty="0">
                  <a:latin typeface="Times New Roman" panose="02020603050405020304" pitchFamily="18" charset="0"/>
                  <a:ea typeface="宋体" panose="02010600030101010101" pitchFamily="2" charset="-122"/>
                </a:rPr>
                <a:t>二极管</a:t>
              </a:r>
            </a:p>
            <a:p>
              <a:pPr eaLnBrk="1" hangingPunct="1">
                <a:spcBef>
                  <a:spcPct val="50000"/>
                </a:spcBef>
              </a:pPr>
              <a:r>
                <a:rPr lang="zh-CN" altLang="en-US" sz="2800" dirty="0">
                  <a:latin typeface="Times New Roman" panose="02020603050405020304" pitchFamily="18" charset="0"/>
                  <a:ea typeface="宋体" panose="02010600030101010101" pitchFamily="2" charset="-122"/>
                </a:rPr>
                <a:t>可控硅</a:t>
              </a:r>
            </a:p>
          </p:txBody>
        </p:sp>
        <p:sp>
          <p:nvSpPr>
            <p:cNvPr id="10261" name="AutoShape 9"/>
            <p:cNvSpPr/>
            <p:nvPr/>
          </p:nvSpPr>
          <p:spPr>
            <a:xfrm>
              <a:off x="4045" y="2496"/>
              <a:ext cx="143" cy="648"/>
            </a:xfrm>
            <a:prstGeom prst="leftBrace">
              <a:avLst>
                <a:gd name="adj1" fmla="val 37762"/>
                <a:gd name="adj2" fmla="val 50000"/>
              </a:avLst>
            </a:prstGeom>
            <a:noFill/>
            <a:ln w="28575" cap="flat" cmpd="sng">
              <a:solidFill>
                <a:schemeClr val="tx1"/>
              </a:solidFill>
              <a:prstDash val="solid"/>
              <a:headEnd type="none" w="med" len="med"/>
              <a:tailEnd type="none" w="med" len="med"/>
            </a:ln>
          </p:spPr>
          <p:txBody>
            <a:bodyPr wrap="none" anchor="ctr" anchorCtr="0"/>
            <a:lstStyle/>
            <a:p>
              <a:pPr algn="ctr" eaLnBrk="1" hangingPunct="1">
                <a:spcBef>
                  <a:spcPct val="50000"/>
                </a:spcBef>
              </a:pPr>
              <a:endParaRPr lang="zh-CN" altLang="en-US" sz="2800" dirty="0">
                <a:latin typeface="Times New Roman" panose="02020603050405020304" pitchFamily="18" charset="0"/>
                <a:ea typeface="楷体_GB2312"/>
              </a:endParaRPr>
            </a:p>
          </p:txBody>
        </p:sp>
      </p:grpSp>
      <p:grpSp>
        <p:nvGrpSpPr>
          <p:cNvPr id="4" name="Group 10"/>
          <p:cNvGrpSpPr/>
          <p:nvPr/>
        </p:nvGrpSpPr>
        <p:grpSpPr>
          <a:xfrm>
            <a:off x="4194175" y="2395538"/>
            <a:ext cx="1846263" cy="1160462"/>
            <a:chOff x="2809" y="2448"/>
            <a:chExt cx="1163" cy="731"/>
          </a:xfrm>
        </p:grpSpPr>
        <p:sp>
          <p:nvSpPr>
            <p:cNvPr id="10258" name="Text Box 11"/>
            <p:cNvSpPr txBox="1"/>
            <p:nvPr/>
          </p:nvSpPr>
          <p:spPr>
            <a:xfrm>
              <a:off x="2892" y="2448"/>
              <a:ext cx="1080" cy="731"/>
            </a:xfrm>
            <a:prstGeom prst="rect">
              <a:avLst/>
            </a:prstGeom>
            <a:noFill/>
            <a:ln w="9525">
              <a:noFill/>
            </a:ln>
          </p:spPr>
          <p:txBody>
            <a:bodyPr>
              <a:spAutoFit/>
            </a:bodyPr>
            <a:lstStyle/>
            <a:p>
              <a:pPr eaLnBrk="1" hangingPunct="1">
                <a:spcBef>
                  <a:spcPct val="50000"/>
                </a:spcBef>
              </a:pPr>
              <a:r>
                <a:rPr lang="zh-CN" altLang="en-US" sz="2800" dirty="0">
                  <a:latin typeface="Times New Roman" panose="02020603050405020304" pitchFamily="18" charset="0"/>
                  <a:ea typeface="宋体" panose="02010600030101010101" pitchFamily="2" charset="-122"/>
                </a:rPr>
                <a:t>桥式</a:t>
              </a:r>
            </a:p>
            <a:p>
              <a:pPr eaLnBrk="1" hangingPunct="1">
                <a:spcBef>
                  <a:spcPct val="50000"/>
                </a:spcBef>
              </a:pPr>
              <a:r>
                <a:rPr lang="zh-CN" altLang="en-US" sz="2800" dirty="0">
                  <a:latin typeface="Times New Roman" panose="02020603050405020304" pitchFamily="18" charset="0"/>
                  <a:ea typeface="宋体" panose="02010600030101010101" pitchFamily="2" charset="-122"/>
                </a:rPr>
                <a:t>倍压整流</a:t>
              </a:r>
            </a:p>
          </p:txBody>
        </p:sp>
        <p:sp>
          <p:nvSpPr>
            <p:cNvPr id="10259" name="AutoShape 12"/>
            <p:cNvSpPr/>
            <p:nvPr/>
          </p:nvSpPr>
          <p:spPr>
            <a:xfrm>
              <a:off x="2809" y="2520"/>
              <a:ext cx="143" cy="648"/>
            </a:xfrm>
            <a:prstGeom prst="leftBrace">
              <a:avLst>
                <a:gd name="adj1" fmla="val 37762"/>
                <a:gd name="adj2" fmla="val 50000"/>
              </a:avLst>
            </a:prstGeom>
            <a:noFill/>
            <a:ln w="28575" cap="flat" cmpd="sng">
              <a:solidFill>
                <a:schemeClr val="tx1"/>
              </a:solidFill>
              <a:prstDash val="solid"/>
              <a:headEnd type="none" w="med" len="med"/>
              <a:tailEnd type="none" w="med" len="med"/>
            </a:ln>
          </p:spPr>
          <p:txBody>
            <a:bodyPr wrap="none" anchor="ctr" anchorCtr="0"/>
            <a:lstStyle/>
            <a:p>
              <a:pPr algn="ctr" eaLnBrk="1" hangingPunct="1">
                <a:spcBef>
                  <a:spcPct val="50000"/>
                </a:spcBef>
              </a:pPr>
              <a:endParaRPr lang="zh-CN" altLang="en-US" sz="2800" dirty="0">
                <a:latin typeface="Times New Roman" panose="02020603050405020304" pitchFamily="18" charset="0"/>
                <a:ea typeface="楷体_GB2312"/>
              </a:endParaRPr>
            </a:p>
          </p:txBody>
        </p:sp>
      </p:grpSp>
      <p:grpSp>
        <p:nvGrpSpPr>
          <p:cNvPr id="5" name="Group 13"/>
          <p:cNvGrpSpPr/>
          <p:nvPr/>
        </p:nvGrpSpPr>
        <p:grpSpPr>
          <a:xfrm>
            <a:off x="2784475" y="2357438"/>
            <a:ext cx="1160463" cy="1162050"/>
            <a:chOff x="1909" y="2436"/>
            <a:chExt cx="731" cy="732"/>
          </a:xfrm>
        </p:grpSpPr>
        <p:sp>
          <p:nvSpPr>
            <p:cNvPr id="10256" name="Text Box 14"/>
            <p:cNvSpPr txBox="1"/>
            <p:nvPr/>
          </p:nvSpPr>
          <p:spPr>
            <a:xfrm>
              <a:off x="1968" y="2436"/>
              <a:ext cx="672" cy="731"/>
            </a:xfrm>
            <a:prstGeom prst="rect">
              <a:avLst/>
            </a:prstGeom>
            <a:noFill/>
            <a:ln w="9525">
              <a:noFill/>
            </a:ln>
          </p:spPr>
          <p:txBody>
            <a:bodyPr>
              <a:spAutoFit/>
            </a:bodyPr>
            <a:lstStyle/>
            <a:p>
              <a:pPr eaLnBrk="1" hangingPunct="1">
                <a:spcBef>
                  <a:spcPct val="50000"/>
                </a:spcBef>
              </a:pPr>
              <a:r>
                <a:rPr lang="zh-CN" altLang="en-US" sz="2800" dirty="0">
                  <a:latin typeface="Times New Roman" panose="02020603050405020304" pitchFamily="18" charset="0"/>
                  <a:ea typeface="宋体" panose="02010600030101010101" pitchFamily="2" charset="-122"/>
                </a:rPr>
                <a:t>半波</a:t>
              </a:r>
            </a:p>
            <a:p>
              <a:pPr eaLnBrk="1" hangingPunct="1">
                <a:spcBef>
                  <a:spcPct val="50000"/>
                </a:spcBef>
              </a:pPr>
              <a:r>
                <a:rPr lang="zh-CN" altLang="en-US" sz="2800" dirty="0">
                  <a:latin typeface="Times New Roman" panose="02020603050405020304" pitchFamily="18" charset="0"/>
                  <a:ea typeface="宋体" panose="02010600030101010101" pitchFamily="2" charset="-122"/>
                </a:rPr>
                <a:t>全波</a:t>
              </a:r>
            </a:p>
          </p:txBody>
        </p:sp>
        <p:sp>
          <p:nvSpPr>
            <p:cNvPr id="10257" name="AutoShape 15"/>
            <p:cNvSpPr/>
            <p:nvPr/>
          </p:nvSpPr>
          <p:spPr>
            <a:xfrm>
              <a:off x="1909" y="2520"/>
              <a:ext cx="143" cy="648"/>
            </a:xfrm>
            <a:prstGeom prst="leftBrace">
              <a:avLst>
                <a:gd name="adj1" fmla="val 37762"/>
                <a:gd name="adj2" fmla="val 50000"/>
              </a:avLst>
            </a:prstGeom>
            <a:noFill/>
            <a:ln w="28575" cap="flat" cmpd="sng">
              <a:solidFill>
                <a:schemeClr val="tx1"/>
              </a:solidFill>
              <a:prstDash val="solid"/>
              <a:headEnd type="none" w="med" len="med"/>
              <a:tailEnd type="none" w="med" len="med"/>
            </a:ln>
          </p:spPr>
          <p:txBody>
            <a:bodyPr wrap="none" anchor="ctr" anchorCtr="0"/>
            <a:lstStyle/>
            <a:p>
              <a:pPr algn="ctr" eaLnBrk="1" hangingPunct="1">
                <a:spcBef>
                  <a:spcPct val="50000"/>
                </a:spcBef>
              </a:pPr>
              <a:endParaRPr lang="zh-CN" altLang="en-US" sz="2800" dirty="0">
                <a:latin typeface="Times New Roman" panose="02020603050405020304" pitchFamily="18" charset="0"/>
                <a:ea typeface="楷体_GB2312"/>
              </a:endParaRPr>
            </a:p>
          </p:txBody>
        </p:sp>
      </p:grpSp>
      <p:sp>
        <p:nvSpPr>
          <p:cNvPr id="10246" name="Rectangle 19"/>
          <p:cNvSpPr/>
          <p:nvPr/>
        </p:nvSpPr>
        <p:spPr>
          <a:xfrm>
            <a:off x="1476375" y="1020763"/>
            <a:ext cx="6478588" cy="609600"/>
          </a:xfrm>
          <a:prstGeom prst="rect">
            <a:avLst/>
          </a:prstGeom>
          <a:noFill/>
          <a:ln w="28575">
            <a:noFill/>
          </a:ln>
        </p:spPr>
        <p:txBody>
          <a:bodyPr anchor="ctr" anchorCtr="0">
            <a:spAutoFit/>
          </a:bodyPr>
          <a:lstStyle/>
          <a:p>
            <a:pPr marL="2857500" indent="-2857500" eaLnBrk="1" hangingPunct="1">
              <a:lnSpc>
                <a:spcPct val="120000"/>
              </a:lnSpc>
            </a:pPr>
            <a:r>
              <a:rPr lang="zh-CN" altLang="en-US" sz="2800" b="1" dirty="0">
                <a:solidFill>
                  <a:srgbClr val="002060"/>
                </a:solidFill>
                <a:latin typeface="Times New Roman" panose="02020603050405020304" pitchFamily="18" charset="0"/>
                <a:ea typeface="宋体" panose="02010600030101010101" pitchFamily="2" charset="-122"/>
              </a:rPr>
              <a:t>把交流电压转变为直流脉动的电压。</a:t>
            </a:r>
          </a:p>
        </p:txBody>
      </p:sp>
      <p:sp>
        <p:nvSpPr>
          <p:cNvPr id="10247" name="Text Box 20"/>
          <p:cNvSpPr txBox="1"/>
          <p:nvPr/>
        </p:nvSpPr>
        <p:spPr>
          <a:xfrm>
            <a:off x="384175" y="1712913"/>
            <a:ext cx="3810000" cy="519112"/>
          </a:xfrm>
          <a:prstGeom prst="rect">
            <a:avLst/>
          </a:prstGeom>
          <a:noFill/>
          <a:ln w="9525">
            <a:noFill/>
          </a:ln>
        </p:spPr>
        <p:txBody>
          <a:bodyPr>
            <a:spAutoFit/>
          </a:bodyPr>
          <a:lstStyle/>
          <a:p>
            <a:pPr eaLnBrk="1" hangingPunct="1">
              <a:spcBef>
                <a:spcPct val="50000"/>
              </a:spcBef>
            </a:pPr>
            <a:r>
              <a:rPr lang="zh-CN" altLang="en-US" sz="2800" b="1" dirty="0">
                <a:solidFill>
                  <a:srgbClr val="0000FF"/>
                </a:solidFill>
                <a:latin typeface="Times New Roman" panose="02020603050405020304" pitchFamily="18" charset="0"/>
                <a:ea typeface="宋体" panose="02010600030101010101" pitchFamily="2" charset="-122"/>
              </a:rPr>
              <a:t>整流电路分类：</a:t>
            </a:r>
          </a:p>
        </p:txBody>
      </p:sp>
      <p:sp>
        <p:nvSpPr>
          <p:cNvPr id="10248" name="Text Box 21"/>
          <p:cNvSpPr txBox="1"/>
          <p:nvPr/>
        </p:nvSpPr>
        <p:spPr>
          <a:xfrm>
            <a:off x="442913" y="996950"/>
            <a:ext cx="4095750" cy="519113"/>
          </a:xfrm>
          <a:prstGeom prst="rect">
            <a:avLst/>
          </a:prstGeom>
          <a:noFill/>
          <a:ln w="9525">
            <a:noFill/>
          </a:ln>
        </p:spPr>
        <p:txBody>
          <a:bodyPr>
            <a:spAutoFit/>
          </a:bodyPr>
          <a:lstStyle/>
          <a:p>
            <a:pPr eaLnBrk="1" hangingPunct="1">
              <a:spcBef>
                <a:spcPct val="50000"/>
              </a:spcBef>
            </a:pPr>
            <a:r>
              <a:rPr lang="zh-CN" altLang="en-US" sz="2800" b="1" dirty="0">
                <a:solidFill>
                  <a:srgbClr val="0000FF"/>
                </a:solidFill>
                <a:latin typeface="宋体" panose="02010600030101010101" pitchFamily="2" charset="-122"/>
                <a:ea typeface="宋体" panose="02010600030101010101" pitchFamily="2" charset="-122"/>
              </a:rPr>
              <a:t>作用：</a:t>
            </a:r>
          </a:p>
        </p:txBody>
      </p:sp>
      <p:grpSp>
        <p:nvGrpSpPr>
          <p:cNvPr id="6" name="Group 28"/>
          <p:cNvGrpSpPr/>
          <p:nvPr/>
        </p:nvGrpSpPr>
        <p:grpSpPr>
          <a:xfrm>
            <a:off x="1277938" y="2395538"/>
            <a:ext cx="6286500" cy="1104900"/>
            <a:chOff x="948" y="2124"/>
            <a:chExt cx="3960" cy="696"/>
          </a:xfrm>
        </p:grpSpPr>
        <p:sp>
          <p:nvSpPr>
            <p:cNvPr id="10251" name="Rectangle 22"/>
            <p:cNvSpPr/>
            <p:nvPr/>
          </p:nvSpPr>
          <p:spPr>
            <a:xfrm>
              <a:off x="948" y="2160"/>
              <a:ext cx="516" cy="276"/>
            </a:xfrm>
            <a:prstGeom prst="rect">
              <a:avLst/>
            </a:prstGeom>
            <a:noFill/>
            <a:ln w="38100" cap="flat" cmpd="sng">
              <a:solidFill>
                <a:srgbClr val="FF0000"/>
              </a:solidFill>
              <a:prstDash val="solid"/>
              <a:miter/>
              <a:headEnd type="none" w="med" len="med"/>
              <a:tailEnd type="none" w="med" len="med"/>
            </a:ln>
          </p:spPr>
          <p:txBody>
            <a:bodyPr wrap="none" anchor="ctr" anchorCtr="0"/>
            <a:lstStyle/>
            <a:p>
              <a:pPr algn="ctr" eaLnBrk="1" hangingPunct="1">
                <a:spcBef>
                  <a:spcPct val="50000"/>
                </a:spcBef>
              </a:pPr>
              <a:endParaRPr lang="zh-CN" altLang="en-US" sz="2800" dirty="0">
                <a:latin typeface="Times New Roman" panose="02020603050405020304" pitchFamily="18" charset="0"/>
                <a:ea typeface="楷体_GB2312"/>
              </a:endParaRPr>
            </a:p>
          </p:txBody>
        </p:sp>
        <p:sp>
          <p:nvSpPr>
            <p:cNvPr id="10252" name="Rectangle 23"/>
            <p:cNvSpPr/>
            <p:nvPr/>
          </p:nvSpPr>
          <p:spPr>
            <a:xfrm>
              <a:off x="2016" y="2544"/>
              <a:ext cx="516" cy="276"/>
            </a:xfrm>
            <a:prstGeom prst="rect">
              <a:avLst/>
            </a:prstGeom>
            <a:noFill/>
            <a:ln w="38100" cap="flat" cmpd="sng">
              <a:solidFill>
                <a:srgbClr val="FF0000"/>
              </a:solidFill>
              <a:prstDash val="solid"/>
              <a:miter/>
              <a:headEnd type="none" w="med" len="med"/>
              <a:tailEnd type="none" w="med" len="med"/>
            </a:ln>
          </p:spPr>
          <p:txBody>
            <a:bodyPr wrap="none" anchor="ctr" anchorCtr="0"/>
            <a:lstStyle/>
            <a:p>
              <a:pPr algn="ctr" eaLnBrk="1" hangingPunct="1">
                <a:spcBef>
                  <a:spcPct val="50000"/>
                </a:spcBef>
              </a:pPr>
              <a:endParaRPr lang="zh-CN" altLang="en-US" sz="2800" dirty="0">
                <a:latin typeface="Times New Roman" panose="02020603050405020304" pitchFamily="18" charset="0"/>
                <a:ea typeface="楷体_GB2312"/>
              </a:endParaRPr>
            </a:p>
          </p:txBody>
        </p:sp>
        <p:sp>
          <p:nvSpPr>
            <p:cNvPr id="10253" name="Rectangle 24"/>
            <p:cNvSpPr/>
            <p:nvPr/>
          </p:nvSpPr>
          <p:spPr>
            <a:xfrm>
              <a:off x="2028" y="2160"/>
              <a:ext cx="516" cy="276"/>
            </a:xfrm>
            <a:prstGeom prst="rect">
              <a:avLst/>
            </a:prstGeom>
            <a:noFill/>
            <a:ln w="38100" cap="flat" cmpd="sng">
              <a:solidFill>
                <a:srgbClr val="FF0000"/>
              </a:solidFill>
              <a:prstDash val="solid"/>
              <a:miter/>
              <a:headEnd type="none" w="med" len="med"/>
              <a:tailEnd type="none" w="med" len="med"/>
            </a:ln>
          </p:spPr>
          <p:txBody>
            <a:bodyPr wrap="none" anchor="ctr" anchorCtr="0"/>
            <a:lstStyle/>
            <a:p>
              <a:pPr algn="ctr" eaLnBrk="1" hangingPunct="1">
                <a:spcBef>
                  <a:spcPct val="50000"/>
                </a:spcBef>
              </a:pPr>
              <a:endParaRPr lang="zh-CN" altLang="en-US" sz="2800" dirty="0">
                <a:latin typeface="Times New Roman" panose="02020603050405020304" pitchFamily="18" charset="0"/>
                <a:ea typeface="楷体_GB2312"/>
              </a:endParaRPr>
            </a:p>
          </p:txBody>
        </p:sp>
        <p:sp>
          <p:nvSpPr>
            <p:cNvPr id="10254" name="Rectangle 25"/>
            <p:cNvSpPr/>
            <p:nvPr/>
          </p:nvSpPr>
          <p:spPr>
            <a:xfrm>
              <a:off x="2928" y="2184"/>
              <a:ext cx="516" cy="276"/>
            </a:xfrm>
            <a:prstGeom prst="rect">
              <a:avLst/>
            </a:prstGeom>
            <a:noFill/>
            <a:ln w="38100" cap="flat" cmpd="sng">
              <a:solidFill>
                <a:srgbClr val="FF0000"/>
              </a:solidFill>
              <a:prstDash val="solid"/>
              <a:miter/>
              <a:headEnd type="none" w="med" len="med"/>
              <a:tailEnd type="none" w="med" len="med"/>
            </a:ln>
          </p:spPr>
          <p:txBody>
            <a:bodyPr wrap="none" anchor="ctr" anchorCtr="0"/>
            <a:lstStyle/>
            <a:p>
              <a:pPr algn="ctr" eaLnBrk="1" hangingPunct="1">
                <a:spcBef>
                  <a:spcPct val="50000"/>
                </a:spcBef>
              </a:pPr>
              <a:endParaRPr lang="zh-CN" altLang="en-US" sz="2800" dirty="0">
                <a:latin typeface="Times New Roman" panose="02020603050405020304" pitchFamily="18" charset="0"/>
                <a:ea typeface="楷体_GB2312"/>
              </a:endParaRPr>
            </a:p>
          </p:txBody>
        </p:sp>
        <p:sp>
          <p:nvSpPr>
            <p:cNvPr id="10255" name="Rectangle 26"/>
            <p:cNvSpPr/>
            <p:nvPr/>
          </p:nvSpPr>
          <p:spPr>
            <a:xfrm>
              <a:off x="4188" y="2124"/>
              <a:ext cx="720" cy="276"/>
            </a:xfrm>
            <a:prstGeom prst="rect">
              <a:avLst/>
            </a:prstGeom>
            <a:noFill/>
            <a:ln w="38100" cap="flat" cmpd="sng">
              <a:solidFill>
                <a:srgbClr val="FF0000"/>
              </a:solidFill>
              <a:prstDash val="solid"/>
              <a:miter/>
              <a:headEnd type="none" w="med" len="med"/>
              <a:tailEnd type="none" w="med" len="med"/>
            </a:ln>
          </p:spPr>
          <p:txBody>
            <a:bodyPr wrap="none" anchor="ctr" anchorCtr="0"/>
            <a:lstStyle/>
            <a:p>
              <a:pPr algn="ctr" eaLnBrk="1" hangingPunct="1">
                <a:spcBef>
                  <a:spcPct val="50000"/>
                </a:spcBef>
              </a:pPr>
              <a:endParaRPr lang="zh-CN" altLang="en-US" sz="2800" dirty="0">
                <a:latin typeface="Times New Roman" panose="02020603050405020304" pitchFamily="18" charset="0"/>
                <a:ea typeface="楷体_GB2312"/>
              </a:endParaRPr>
            </a:p>
          </p:txBody>
        </p:sp>
      </p:grpSp>
      <p:sp>
        <p:nvSpPr>
          <p:cNvPr id="24" name="Rectangle 66"/>
          <p:cNvSpPr>
            <a:spLocks noChangeArrowheads="1"/>
          </p:cNvSpPr>
          <p:nvPr/>
        </p:nvSpPr>
        <p:spPr bwMode="auto">
          <a:xfrm>
            <a:off x="309563" y="68263"/>
            <a:ext cx="7483475"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lstStyle>
            <a:lvl1pPr marL="342900" indent="-3429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342900" marR="0" lvl="0" indent="-342900" algn="l" defTabSz="914400" rtl="0" eaLnBrk="0" fontAlgn="base" latinLnBrk="0" hangingPunct="0">
              <a:lnSpc>
                <a:spcPct val="100000"/>
              </a:lnSpc>
              <a:spcBef>
                <a:spcPct val="0"/>
              </a:spcBef>
              <a:spcAft>
                <a:spcPct val="0"/>
              </a:spcAft>
              <a:buClrTx/>
              <a:buSzTx/>
              <a:buFontTx/>
              <a:buNone/>
              <a:defRPr/>
            </a:pPr>
            <a:r>
              <a:rPr kumimoji="1" lang="zh-CN" altLang="en-US" sz="3600" b="0" i="0" u="none" strike="noStrike" kern="1200" cap="none" spc="0" normalizeH="0" baseline="0" noProof="0" dirty="0">
                <a:ln w="0"/>
                <a:solidFill>
                  <a:srgbClr val="FF0000"/>
                </a:solidFill>
                <a:effectLst>
                  <a:outerShdw blurRad="38100" dist="19050" dir="2700000" algn="tl" rotWithShape="0">
                    <a:schemeClr val="dk1">
                      <a:alpha val="40000"/>
                    </a:schemeClr>
                  </a:outerShdw>
                </a:effectLst>
                <a:uLnTx/>
                <a:uFillTx/>
                <a:latin typeface="微软雅黑" panose="020B0503020204020204" pitchFamily="34" charset="-122"/>
                <a:ea typeface="微软雅黑" panose="020B0503020204020204" pitchFamily="34" charset="-122"/>
                <a:cs typeface="+mn-cs"/>
              </a:rPr>
              <a:t>二、实验原理</a:t>
            </a:r>
            <a:r>
              <a:rPr kumimoji="1" lang="en-US" altLang="zh-CN" sz="3600" b="0" i="0" u="none" strike="noStrike" kern="1200" cap="none" spc="0" normalizeH="0" baseline="0" noProof="0" dirty="0">
                <a:ln w="0"/>
                <a:solidFill>
                  <a:srgbClr val="FF0000"/>
                </a:solidFill>
                <a:effectLst>
                  <a:outerShdw blurRad="38100" dist="19050" dir="2700000" algn="tl" rotWithShape="0">
                    <a:schemeClr val="dk1">
                      <a:alpha val="40000"/>
                    </a:schemeClr>
                  </a:outerShdw>
                </a:effectLst>
                <a:uLnTx/>
                <a:uFillTx/>
                <a:latin typeface="微软雅黑" panose="020B0503020204020204" pitchFamily="34" charset="-122"/>
                <a:ea typeface="微软雅黑" panose="020B0503020204020204" pitchFamily="34" charset="-122"/>
                <a:cs typeface="+mn-cs"/>
              </a:rPr>
              <a:t>/</a:t>
            </a:r>
            <a:r>
              <a:rPr kumimoji="1" lang="en-US" altLang="zh-CN" sz="2800" b="0" i="0" u="none" strike="noStrike" kern="1200" cap="none" spc="0" normalizeH="0" baseline="0" noProof="0" dirty="0">
                <a:ln w="0"/>
                <a:solidFill>
                  <a:srgbClr val="003300"/>
                </a:solidFill>
                <a:effectLst>
                  <a:outerShdw blurRad="38100" dist="19050" dir="2700000" algn="tl" rotWithShape="0">
                    <a:schemeClr val="dk1">
                      <a:alpha val="40000"/>
                    </a:schemeClr>
                  </a:outerShdw>
                </a:effectLst>
                <a:uLnTx/>
                <a:uFillTx/>
                <a:latin typeface="微软雅黑" panose="020B0503020204020204" pitchFamily="34" charset="-122"/>
                <a:ea typeface="微软雅黑" panose="020B0503020204020204" pitchFamily="34" charset="-122"/>
                <a:cs typeface="+mn-cs"/>
              </a:rPr>
              <a:t>2.2</a:t>
            </a:r>
            <a:r>
              <a:rPr kumimoji="1" lang="zh-CN" altLang="en-US" sz="2800" b="0" i="0" u="none" strike="noStrike" kern="1200" cap="none" spc="0" normalizeH="0" baseline="0" noProof="0" dirty="0">
                <a:ln w="0"/>
                <a:solidFill>
                  <a:srgbClr val="003300"/>
                </a:solidFill>
                <a:effectLst>
                  <a:outerShdw blurRad="38100" dist="19050" dir="2700000" algn="tl" rotWithShape="0">
                    <a:schemeClr val="dk1">
                      <a:alpha val="40000"/>
                    </a:schemeClr>
                  </a:outerShdw>
                </a:effectLst>
                <a:uLnTx/>
                <a:uFillTx/>
                <a:latin typeface="微软雅黑" panose="020B0503020204020204" pitchFamily="34" charset="-122"/>
                <a:ea typeface="微软雅黑" panose="020B0503020204020204" pitchFamily="34" charset="-122"/>
                <a:cs typeface="+mn-cs"/>
              </a:rPr>
              <a:t>整流电路</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up)">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up)">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wipe(up)">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wipe(up)">
                                      <p:cBhvr>
                                        <p:cTn id="22" dur="500"/>
                                        <p:tgtEl>
                                          <p:spTgt spid="3"/>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nodeType="click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wipe(up)">
                                      <p:cBhvr>
                                        <p:cTn id="2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266" name="Object 18"/>
          <p:cNvGraphicFramePr>
            <a:graphicFrameLocks noChangeAspect="1"/>
          </p:cNvGraphicFramePr>
          <p:nvPr/>
        </p:nvGraphicFramePr>
        <p:xfrm>
          <a:off x="787400" y="1628775"/>
          <a:ext cx="3886200" cy="2533650"/>
        </p:xfrm>
        <a:graphic>
          <a:graphicData uri="http://schemas.openxmlformats.org/presentationml/2006/ole">
            <mc:AlternateContent xmlns:mc="http://schemas.openxmlformats.org/markup-compatibility/2006">
              <mc:Choice xmlns:v="urn:schemas-microsoft-com:vml" Requires="v">
                <p:oleObj r:id="rId3" imgW="2359660" imgH="1530350" progId="Paint.Picture">
                  <p:embed/>
                </p:oleObj>
              </mc:Choice>
              <mc:Fallback>
                <p:oleObj r:id="rId3" imgW="2359660" imgH="1530350" progId="Paint.Picture">
                  <p:embed/>
                  <p:pic>
                    <p:nvPicPr>
                      <p:cNvPr id="0" name="图片 3078"/>
                      <p:cNvPicPr/>
                      <p:nvPr/>
                    </p:nvPicPr>
                    <p:blipFill>
                      <a:blip r:embed="rId4"/>
                      <a:stretch>
                        <a:fillRect/>
                      </a:stretch>
                    </p:blipFill>
                    <p:spPr>
                      <a:xfrm>
                        <a:off x="787400" y="1628775"/>
                        <a:ext cx="3886200" cy="2533650"/>
                      </a:xfrm>
                      <a:prstGeom prst="rect">
                        <a:avLst/>
                      </a:prstGeom>
                      <a:noFill/>
                      <a:ln w="38100">
                        <a:noFill/>
                        <a:miter/>
                      </a:ln>
                    </p:spPr>
                  </p:pic>
                </p:oleObj>
              </mc:Fallback>
            </mc:AlternateContent>
          </a:graphicData>
        </a:graphic>
      </p:graphicFrame>
      <p:graphicFrame>
        <p:nvGraphicFramePr>
          <p:cNvPr id="11267" name="Object 19"/>
          <p:cNvGraphicFramePr>
            <a:graphicFrameLocks noChangeAspect="1"/>
          </p:cNvGraphicFramePr>
          <p:nvPr/>
        </p:nvGraphicFramePr>
        <p:xfrm>
          <a:off x="5294313" y="1143000"/>
          <a:ext cx="3697287" cy="4495800"/>
        </p:xfrm>
        <a:graphic>
          <a:graphicData uri="http://schemas.openxmlformats.org/presentationml/2006/ole">
            <mc:AlternateContent xmlns:mc="http://schemas.openxmlformats.org/markup-compatibility/2006">
              <mc:Choice xmlns:v="urn:schemas-microsoft-com:vml" Requires="v">
                <p:oleObj r:id="rId5" imgW="2587625" imgH="3161665" progId="Paint.Picture">
                  <p:embed/>
                </p:oleObj>
              </mc:Choice>
              <mc:Fallback>
                <p:oleObj r:id="rId5" imgW="2587625" imgH="3161665" progId="Paint.Picture">
                  <p:embed/>
                  <p:pic>
                    <p:nvPicPr>
                      <p:cNvPr id="0" name="图片 3075"/>
                      <p:cNvPicPr/>
                      <p:nvPr/>
                    </p:nvPicPr>
                    <p:blipFill>
                      <a:blip r:embed="rId6"/>
                      <a:stretch>
                        <a:fillRect/>
                      </a:stretch>
                    </p:blipFill>
                    <p:spPr>
                      <a:xfrm>
                        <a:off x="5294313" y="1143000"/>
                        <a:ext cx="3697287" cy="4495800"/>
                      </a:xfrm>
                      <a:prstGeom prst="rect">
                        <a:avLst/>
                      </a:prstGeom>
                      <a:noFill/>
                      <a:ln w="38100">
                        <a:noFill/>
                        <a:miter/>
                      </a:ln>
                    </p:spPr>
                  </p:pic>
                </p:oleObj>
              </mc:Fallback>
            </mc:AlternateContent>
          </a:graphicData>
        </a:graphic>
      </p:graphicFrame>
      <p:sp>
        <p:nvSpPr>
          <p:cNvPr id="11268" name="矩形 7"/>
          <p:cNvSpPr/>
          <p:nvPr/>
        </p:nvSpPr>
        <p:spPr>
          <a:xfrm>
            <a:off x="1555750" y="4435475"/>
            <a:ext cx="2647950" cy="461963"/>
          </a:xfrm>
          <a:prstGeom prst="rect">
            <a:avLst/>
          </a:prstGeom>
          <a:noFill/>
          <a:ln w="9525">
            <a:noFill/>
          </a:ln>
        </p:spPr>
        <p:txBody>
          <a:bodyPr wrap="none">
            <a:spAutoFit/>
          </a:bodyPr>
          <a:lstStyle/>
          <a:p>
            <a:pPr algn="ctr" eaLnBrk="1" hangingPunct="1">
              <a:spcBef>
                <a:spcPct val="50000"/>
              </a:spcBef>
            </a:pPr>
            <a:r>
              <a:rPr lang="zh-CN" altLang="en-US" dirty="0">
                <a:solidFill>
                  <a:srgbClr val="FF3300"/>
                </a:solidFill>
                <a:latin typeface="宋体" panose="02010600030101010101" pitchFamily="2" charset="-122"/>
                <a:ea typeface="楷体_GB2312"/>
              </a:rPr>
              <a:t>图</a:t>
            </a:r>
            <a:r>
              <a:rPr lang="en-US" altLang="zh-CN" dirty="0">
                <a:solidFill>
                  <a:srgbClr val="FF3300"/>
                </a:solidFill>
                <a:latin typeface="宋体" panose="02010600030101010101" pitchFamily="2" charset="-122"/>
                <a:ea typeface="楷体_GB2312"/>
              </a:rPr>
              <a:t>2</a:t>
            </a:r>
            <a:r>
              <a:rPr lang="zh-CN" altLang="en-US" dirty="0">
                <a:solidFill>
                  <a:srgbClr val="FF3300"/>
                </a:solidFill>
                <a:latin typeface="宋体" panose="02010600030101010101" pitchFamily="2" charset="-122"/>
                <a:ea typeface="楷体_GB2312"/>
              </a:rPr>
              <a:t>（</a:t>
            </a:r>
            <a:r>
              <a:rPr lang="en-US" altLang="zh-CN" dirty="0">
                <a:solidFill>
                  <a:srgbClr val="FF3300"/>
                </a:solidFill>
                <a:latin typeface="宋体" panose="02010600030101010101" pitchFamily="2" charset="-122"/>
                <a:ea typeface="楷体_GB2312"/>
              </a:rPr>
              <a:t>a</a:t>
            </a:r>
            <a:r>
              <a:rPr lang="zh-CN" altLang="en-US" dirty="0">
                <a:solidFill>
                  <a:srgbClr val="FF3300"/>
                </a:solidFill>
                <a:latin typeface="宋体" panose="02010600030101010101" pitchFamily="2" charset="-122"/>
                <a:ea typeface="楷体_GB2312"/>
              </a:rPr>
              <a:t>）</a:t>
            </a:r>
            <a:r>
              <a:rPr lang="en-US" altLang="zh-CN" dirty="0">
                <a:solidFill>
                  <a:srgbClr val="FF3300"/>
                </a:solidFill>
                <a:latin typeface="宋体" panose="02010600030101010101" pitchFamily="2" charset="-122"/>
                <a:ea typeface="楷体_GB2312"/>
              </a:rPr>
              <a:t> </a:t>
            </a:r>
            <a:r>
              <a:rPr lang="zh-CN" altLang="en-US" dirty="0">
                <a:solidFill>
                  <a:srgbClr val="FF3300"/>
                </a:solidFill>
                <a:latin typeface="宋体" panose="02010600030101010101" pitchFamily="2" charset="-122"/>
                <a:ea typeface="楷体_GB2312"/>
              </a:rPr>
              <a:t>电路图 </a:t>
            </a:r>
            <a:endParaRPr lang="zh-CN" altLang="en-US" dirty="0">
              <a:latin typeface="Times New Roman" panose="02020603050405020304" pitchFamily="18" charset="0"/>
              <a:ea typeface="楷体_GB2312"/>
            </a:endParaRPr>
          </a:p>
        </p:txBody>
      </p:sp>
      <p:sp>
        <p:nvSpPr>
          <p:cNvPr id="11269" name="矩形 8"/>
          <p:cNvSpPr/>
          <p:nvPr/>
        </p:nvSpPr>
        <p:spPr>
          <a:xfrm>
            <a:off x="6278563" y="5518150"/>
            <a:ext cx="2032000" cy="461963"/>
          </a:xfrm>
          <a:prstGeom prst="rect">
            <a:avLst/>
          </a:prstGeom>
          <a:noFill/>
          <a:ln w="9525">
            <a:noFill/>
          </a:ln>
        </p:spPr>
        <p:txBody>
          <a:bodyPr wrap="none">
            <a:spAutoFit/>
          </a:bodyPr>
          <a:lstStyle/>
          <a:p>
            <a:pPr>
              <a:spcBef>
                <a:spcPct val="50000"/>
              </a:spcBef>
            </a:pPr>
            <a:r>
              <a:rPr lang="zh-CN" altLang="en-US" dirty="0">
                <a:solidFill>
                  <a:srgbClr val="FF3300"/>
                </a:solidFill>
                <a:latin typeface="宋体" panose="02010600030101010101" pitchFamily="2" charset="-122"/>
                <a:ea typeface="楷体_GB2312"/>
              </a:rPr>
              <a:t>图</a:t>
            </a:r>
            <a:r>
              <a:rPr lang="en-US" altLang="zh-CN" dirty="0">
                <a:solidFill>
                  <a:srgbClr val="FF3300"/>
                </a:solidFill>
                <a:latin typeface="宋体" panose="02010600030101010101" pitchFamily="2" charset="-122"/>
                <a:ea typeface="楷体_GB2312"/>
              </a:rPr>
              <a:t>2(b)</a:t>
            </a:r>
            <a:r>
              <a:rPr lang="zh-CN" altLang="en-US" dirty="0">
                <a:solidFill>
                  <a:srgbClr val="FF3300"/>
                </a:solidFill>
                <a:latin typeface="宋体" panose="02010600030101010101" pitchFamily="2" charset="-122"/>
                <a:ea typeface="楷体_GB2312"/>
              </a:rPr>
              <a:t>波形图</a:t>
            </a:r>
            <a:endParaRPr lang="en-US" altLang="zh-CN" dirty="0">
              <a:solidFill>
                <a:srgbClr val="FF3300"/>
              </a:solidFill>
              <a:latin typeface="宋体" panose="02010600030101010101" pitchFamily="2" charset="-122"/>
              <a:ea typeface="楷体_GB2312"/>
            </a:endParaRPr>
          </a:p>
        </p:txBody>
      </p:sp>
      <p:sp>
        <p:nvSpPr>
          <p:cNvPr id="8" name="Rectangle 2"/>
          <p:cNvSpPr>
            <a:spLocks noChangeArrowheads="1"/>
          </p:cNvSpPr>
          <p:nvPr/>
        </p:nvSpPr>
        <p:spPr bwMode="auto">
          <a:xfrm>
            <a:off x="311150" y="862013"/>
            <a:ext cx="7129463" cy="989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342900" marR="0" lvl="0" indent="-342900" algn="l" defTabSz="914400" rtl="0" eaLnBrk="0" fontAlgn="base" latinLnBrk="0" hangingPunct="0">
              <a:lnSpc>
                <a:spcPct val="100000"/>
              </a:lnSpc>
              <a:spcBef>
                <a:spcPct val="0"/>
              </a:spcBef>
              <a:spcAft>
                <a:spcPct val="0"/>
              </a:spcAft>
              <a:buClrTx/>
              <a:buSzTx/>
              <a:buFontTx/>
              <a:buNone/>
              <a:defRPr/>
            </a:pPr>
            <a:endParaRPr kumimoji="1" lang="en-US" altLang="zh-CN" sz="3600" b="0" i="0" u="none" strike="noStrike" kern="1200" cap="none" spc="0" normalizeH="0" baseline="0" noProof="0" dirty="0">
              <a:ln w="0"/>
              <a:solidFill>
                <a:srgbClr val="FF0000"/>
              </a:solidFill>
              <a:effectLst>
                <a:outerShdw blurRad="38100" dist="19050" dir="2700000" algn="tl" rotWithShape="0">
                  <a:schemeClr val="dk1">
                    <a:alpha val="40000"/>
                  </a:schemeClr>
                </a:outerShdw>
              </a:effectLst>
              <a:uLnTx/>
              <a:uFillTx/>
              <a:latin typeface="微软雅黑" panose="020B0503020204020204" pitchFamily="34" charset="-122"/>
              <a:ea typeface="微软雅黑" panose="020B0503020204020204" pitchFamily="34" charset="-122"/>
              <a:cs typeface="+mn-cs"/>
            </a:endParaRPr>
          </a:p>
          <a:p>
            <a:pPr marL="342900" marR="0" lvl="0" indent="-342900" algn="l" defTabSz="914400" rtl="0" eaLnBrk="0" fontAlgn="base" latinLnBrk="0" hangingPunct="0">
              <a:lnSpc>
                <a:spcPct val="100000"/>
              </a:lnSpc>
              <a:spcBef>
                <a:spcPct val="0"/>
              </a:spcBef>
              <a:spcAft>
                <a:spcPct val="0"/>
              </a:spcAft>
              <a:buClrTx/>
              <a:buSzTx/>
              <a:buFontTx/>
              <a:buNone/>
              <a:defRPr/>
            </a:pPr>
            <a:r>
              <a:rPr kumimoji="1" lang="zh-CN" altLang="en-US" sz="2800" b="1" i="0" u="none" strike="noStrike" kern="1200" cap="none" spc="0" normalizeH="0" baseline="0" noProof="0" dirty="0">
                <a:ln>
                  <a:noFill/>
                </a:ln>
                <a:solidFill>
                  <a:srgbClr val="003300"/>
                </a:solidFill>
                <a:effectLst/>
                <a:uLnTx/>
                <a:uFillTx/>
                <a:latin typeface="微软雅黑" panose="020B0503020204020204" pitchFamily="34" charset="-122"/>
                <a:ea typeface="微软雅黑" panose="020B0503020204020204" pitchFamily="34" charset="-122"/>
                <a:cs typeface="+mn-cs"/>
              </a:rPr>
              <a:t>（</a:t>
            </a:r>
            <a:r>
              <a:rPr kumimoji="1" lang="en-US" altLang="zh-CN" sz="2800" b="1" i="0" u="none" strike="noStrike" kern="1200" cap="none" spc="0" normalizeH="0" baseline="0" noProof="0" dirty="0">
                <a:ln>
                  <a:noFill/>
                </a:ln>
                <a:solidFill>
                  <a:srgbClr val="003300"/>
                </a:solidFill>
                <a:effectLst/>
                <a:uLnTx/>
                <a:uFillTx/>
                <a:latin typeface="微软雅黑" panose="020B0503020204020204" pitchFamily="34" charset="-122"/>
                <a:ea typeface="微软雅黑" panose="020B0503020204020204" pitchFamily="34" charset="-122"/>
                <a:cs typeface="+mn-cs"/>
              </a:rPr>
              <a:t>1</a:t>
            </a:r>
            <a:r>
              <a:rPr kumimoji="1" lang="zh-CN" altLang="en-US" sz="2800" b="1" i="0" u="none" strike="noStrike" kern="1200" cap="none" spc="0" normalizeH="0" baseline="0" noProof="0" dirty="0">
                <a:ln>
                  <a:noFill/>
                </a:ln>
                <a:solidFill>
                  <a:srgbClr val="003300"/>
                </a:solidFill>
                <a:effectLst/>
                <a:uLnTx/>
                <a:uFillTx/>
                <a:latin typeface="微软雅黑" panose="020B0503020204020204" pitchFamily="34" charset="-122"/>
                <a:ea typeface="微软雅黑" panose="020B0503020204020204" pitchFamily="34" charset="-122"/>
                <a:cs typeface="+mn-cs"/>
              </a:rPr>
              <a:t>）单相半波整流电路</a:t>
            </a:r>
          </a:p>
          <a:p>
            <a:pPr marL="342900" marR="0" lvl="0" indent="-342900" algn="l" defTabSz="914400" rtl="0" eaLnBrk="0" fontAlgn="base" latinLnBrk="0" hangingPunct="0">
              <a:lnSpc>
                <a:spcPct val="100000"/>
              </a:lnSpc>
              <a:spcBef>
                <a:spcPct val="0"/>
              </a:spcBef>
              <a:spcAft>
                <a:spcPct val="0"/>
              </a:spcAft>
              <a:buClrTx/>
              <a:buSzTx/>
              <a:buFontTx/>
              <a:buNone/>
              <a:defRPr/>
            </a:pPr>
            <a:endParaRPr kumimoji="1" lang="zh-CN" altLang="en-US" sz="3600" b="0" i="0" u="none" strike="noStrike" kern="1200" cap="none" spc="0" normalizeH="0" baseline="0" noProof="0" dirty="0">
              <a:ln w="0"/>
              <a:solidFill>
                <a:srgbClr val="003300"/>
              </a:solidFill>
              <a:effectLst>
                <a:outerShdw blurRad="38100" dist="19050" dir="2700000" algn="tl" rotWithShape="0">
                  <a:schemeClr val="dk1">
                    <a:alpha val="40000"/>
                  </a:schemeClr>
                </a:outerShdw>
              </a:effectLst>
              <a:uLnTx/>
              <a:uFillTx/>
              <a:latin typeface="微软雅黑" panose="020B0503020204020204" pitchFamily="34" charset="-122"/>
              <a:ea typeface="微软雅黑" panose="020B0503020204020204" pitchFamily="34" charset="-122"/>
              <a:cs typeface="+mn-cs"/>
            </a:endParaRPr>
          </a:p>
        </p:txBody>
      </p:sp>
      <p:sp>
        <p:nvSpPr>
          <p:cNvPr id="7" name="Rectangle 66"/>
          <p:cNvSpPr>
            <a:spLocks noChangeArrowheads="1"/>
          </p:cNvSpPr>
          <p:nvPr/>
        </p:nvSpPr>
        <p:spPr bwMode="auto">
          <a:xfrm>
            <a:off x="309563" y="68263"/>
            <a:ext cx="7483475"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lstStyle>
            <a:lvl1pPr marL="342900" indent="-3429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342900" marR="0" lvl="0" indent="-342900" algn="l" defTabSz="914400" rtl="0" eaLnBrk="0" fontAlgn="base" latinLnBrk="0" hangingPunct="0">
              <a:lnSpc>
                <a:spcPct val="100000"/>
              </a:lnSpc>
              <a:spcBef>
                <a:spcPct val="0"/>
              </a:spcBef>
              <a:spcAft>
                <a:spcPct val="0"/>
              </a:spcAft>
              <a:buClrTx/>
              <a:buSzTx/>
              <a:buFontTx/>
              <a:buNone/>
              <a:defRPr/>
            </a:pPr>
            <a:r>
              <a:rPr kumimoji="1" lang="zh-CN" altLang="en-US" sz="3600" b="0" i="0" u="none" strike="noStrike" kern="1200" cap="none" spc="0" normalizeH="0" baseline="0" noProof="0" dirty="0">
                <a:ln w="0"/>
                <a:solidFill>
                  <a:srgbClr val="FF0000"/>
                </a:solidFill>
                <a:effectLst>
                  <a:outerShdw blurRad="38100" dist="19050" dir="2700000" algn="tl" rotWithShape="0">
                    <a:schemeClr val="dk1">
                      <a:alpha val="40000"/>
                    </a:schemeClr>
                  </a:outerShdw>
                </a:effectLst>
                <a:uLnTx/>
                <a:uFillTx/>
                <a:latin typeface="微软雅黑" panose="020B0503020204020204" pitchFamily="34" charset="-122"/>
                <a:ea typeface="微软雅黑" panose="020B0503020204020204" pitchFamily="34" charset="-122"/>
                <a:cs typeface="+mn-cs"/>
              </a:rPr>
              <a:t>二、实验原理</a:t>
            </a:r>
            <a:r>
              <a:rPr kumimoji="1" lang="en-US" altLang="zh-CN" sz="3600" b="0" i="0" u="none" strike="noStrike" kern="1200" cap="none" spc="0" normalizeH="0" baseline="0" noProof="0" dirty="0">
                <a:ln w="0"/>
                <a:solidFill>
                  <a:srgbClr val="FF0000"/>
                </a:solidFill>
                <a:effectLst>
                  <a:outerShdw blurRad="38100" dist="19050" dir="2700000" algn="tl" rotWithShape="0">
                    <a:schemeClr val="dk1">
                      <a:alpha val="40000"/>
                    </a:schemeClr>
                  </a:outerShdw>
                </a:effectLst>
                <a:uLnTx/>
                <a:uFillTx/>
                <a:latin typeface="微软雅黑" panose="020B0503020204020204" pitchFamily="34" charset="-122"/>
                <a:ea typeface="微软雅黑" panose="020B0503020204020204" pitchFamily="34" charset="-122"/>
                <a:cs typeface="+mn-cs"/>
              </a:rPr>
              <a:t>/</a:t>
            </a:r>
            <a:r>
              <a:rPr kumimoji="1" lang="en-US" altLang="zh-CN" sz="2800" b="0" i="0" u="none" strike="noStrike" kern="1200" cap="none" spc="0" normalizeH="0" baseline="0" noProof="0" dirty="0">
                <a:ln w="0"/>
                <a:solidFill>
                  <a:srgbClr val="003300"/>
                </a:solidFill>
                <a:effectLst>
                  <a:outerShdw blurRad="38100" dist="19050" dir="2700000" algn="tl" rotWithShape="0">
                    <a:schemeClr val="dk1">
                      <a:alpha val="40000"/>
                    </a:schemeClr>
                  </a:outerShdw>
                </a:effectLst>
                <a:uLnTx/>
                <a:uFillTx/>
                <a:latin typeface="微软雅黑" panose="020B0503020204020204" pitchFamily="34" charset="-122"/>
                <a:ea typeface="微软雅黑" panose="020B0503020204020204" pitchFamily="34" charset="-122"/>
                <a:cs typeface="+mn-cs"/>
              </a:rPr>
              <a:t>2.2</a:t>
            </a:r>
            <a:r>
              <a:rPr kumimoji="1" lang="zh-CN" altLang="en-US" sz="2800" b="0" i="0" u="none" strike="noStrike" kern="1200" cap="none" spc="0" normalizeH="0" baseline="0" noProof="0" dirty="0">
                <a:ln w="0"/>
                <a:solidFill>
                  <a:srgbClr val="003300"/>
                </a:solidFill>
                <a:effectLst>
                  <a:outerShdw blurRad="38100" dist="19050" dir="2700000" algn="tl" rotWithShape="0">
                    <a:schemeClr val="dk1">
                      <a:alpha val="40000"/>
                    </a:schemeClr>
                  </a:outerShdw>
                </a:effectLst>
                <a:uLnTx/>
                <a:uFillTx/>
                <a:latin typeface="微软雅黑" panose="020B0503020204020204" pitchFamily="34" charset="-122"/>
                <a:ea typeface="微软雅黑" panose="020B0503020204020204" pitchFamily="34" charset="-122"/>
                <a:cs typeface="+mn-cs"/>
              </a:rPr>
              <a:t>整流电路</a:t>
            </a:r>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278" name="Object 14"/>
          <p:cNvGraphicFramePr>
            <a:graphicFrameLocks noChangeAspect="1"/>
          </p:cNvGraphicFramePr>
          <p:nvPr/>
        </p:nvGraphicFramePr>
        <p:xfrm>
          <a:off x="2060575" y="1931988"/>
          <a:ext cx="5011738" cy="1701800"/>
        </p:xfrm>
        <a:graphic>
          <a:graphicData uri="http://schemas.openxmlformats.org/presentationml/2006/ole">
            <mc:AlternateContent xmlns:mc="http://schemas.openxmlformats.org/markup-compatibility/2006">
              <mc:Choice xmlns:v="urn:schemas-microsoft-com:vml" Requires="v">
                <p:oleObj r:id="rId3" imgW="2298700" imgH="838200" progId="Equation.DSMT4">
                  <p:embed/>
                </p:oleObj>
              </mc:Choice>
              <mc:Fallback>
                <p:oleObj r:id="rId3" imgW="2298700" imgH="838200" progId="Equation.DSMT4">
                  <p:embed/>
                  <p:pic>
                    <p:nvPicPr>
                      <p:cNvPr id="0" name="图片 3077"/>
                      <p:cNvPicPr/>
                      <p:nvPr/>
                    </p:nvPicPr>
                    <p:blipFill>
                      <a:blip r:embed="rId4"/>
                      <a:stretch>
                        <a:fillRect/>
                      </a:stretch>
                    </p:blipFill>
                    <p:spPr>
                      <a:xfrm>
                        <a:off x="2060575" y="1931988"/>
                        <a:ext cx="5011738" cy="1701800"/>
                      </a:xfrm>
                      <a:prstGeom prst="rect">
                        <a:avLst/>
                      </a:prstGeom>
                      <a:noFill/>
                      <a:ln w="38100">
                        <a:noFill/>
                        <a:miter/>
                      </a:ln>
                    </p:spPr>
                  </p:pic>
                </p:oleObj>
              </mc:Fallback>
            </mc:AlternateContent>
          </a:graphicData>
        </a:graphic>
      </p:graphicFrame>
      <p:grpSp>
        <p:nvGrpSpPr>
          <p:cNvPr id="2" name="Group 15"/>
          <p:cNvGrpSpPr/>
          <p:nvPr/>
        </p:nvGrpSpPr>
        <p:grpSpPr>
          <a:xfrm>
            <a:off x="442913" y="3484563"/>
            <a:ext cx="4995862" cy="1536700"/>
            <a:chOff x="279" y="2198"/>
            <a:chExt cx="3147" cy="968"/>
          </a:xfrm>
        </p:grpSpPr>
        <p:graphicFrame>
          <p:nvGraphicFramePr>
            <p:cNvPr id="13321" name="Object 16"/>
            <p:cNvGraphicFramePr>
              <a:graphicFrameLocks noChangeAspect="1"/>
            </p:cNvGraphicFramePr>
            <p:nvPr/>
          </p:nvGraphicFramePr>
          <p:xfrm>
            <a:off x="1380" y="2540"/>
            <a:ext cx="2046" cy="626"/>
          </p:xfrm>
          <a:graphic>
            <a:graphicData uri="http://schemas.openxmlformats.org/presentationml/2006/ole">
              <mc:AlternateContent xmlns:mc="http://schemas.openxmlformats.org/markup-compatibility/2006">
                <mc:Choice xmlns:v="urn:schemas-microsoft-com:vml" Requires="v">
                  <p:oleObj r:id="rId5" imgW="1574800" imgH="469900" progId="Equation.3">
                    <p:embed/>
                  </p:oleObj>
                </mc:Choice>
                <mc:Fallback>
                  <p:oleObj r:id="rId5" imgW="1574800" imgH="469900" progId="Equation.3">
                    <p:embed/>
                    <p:pic>
                      <p:nvPicPr>
                        <p:cNvPr id="0" name="图片 3076"/>
                        <p:cNvPicPr/>
                        <p:nvPr/>
                      </p:nvPicPr>
                      <p:blipFill>
                        <a:blip r:embed="rId6"/>
                        <a:stretch>
                          <a:fillRect/>
                        </a:stretch>
                      </p:blipFill>
                      <p:spPr>
                        <a:xfrm>
                          <a:off x="1380" y="2540"/>
                          <a:ext cx="2046" cy="626"/>
                        </a:xfrm>
                        <a:prstGeom prst="rect">
                          <a:avLst/>
                        </a:prstGeom>
                        <a:noFill/>
                        <a:ln w="38100">
                          <a:noFill/>
                          <a:miter/>
                        </a:ln>
                      </p:spPr>
                    </p:pic>
                  </p:oleObj>
                </mc:Fallback>
              </mc:AlternateContent>
            </a:graphicData>
          </a:graphic>
        </p:graphicFrame>
        <p:sp>
          <p:nvSpPr>
            <p:cNvPr id="13322" name="Text Box 17"/>
            <p:cNvSpPr txBox="1"/>
            <p:nvPr/>
          </p:nvSpPr>
          <p:spPr>
            <a:xfrm>
              <a:off x="279" y="2198"/>
              <a:ext cx="2831" cy="291"/>
            </a:xfrm>
            <a:prstGeom prst="rect">
              <a:avLst/>
            </a:prstGeom>
            <a:noFill/>
            <a:ln w="9525">
              <a:noFill/>
            </a:ln>
          </p:spPr>
          <p:txBody>
            <a:bodyPr wrap="none">
              <a:spAutoFit/>
            </a:bodyPr>
            <a:lstStyle/>
            <a:p>
              <a:pPr algn="ctr" eaLnBrk="1" hangingPunct="1">
                <a:spcBef>
                  <a:spcPct val="50000"/>
                </a:spcBef>
              </a:pPr>
              <a:r>
                <a:rPr lang="zh-CN" altLang="en-US" b="1" dirty="0">
                  <a:solidFill>
                    <a:srgbClr val="002060"/>
                  </a:solidFill>
                  <a:latin typeface="华文中宋" panose="02010600040101010101" pitchFamily="2" charset="-122"/>
                </a:rPr>
                <a:t>流过负载和二极管的平均电流为</a:t>
              </a:r>
            </a:p>
          </p:txBody>
        </p:sp>
      </p:grpSp>
      <p:grpSp>
        <p:nvGrpSpPr>
          <p:cNvPr id="3" name="Group 18"/>
          <p:cNvGrpSpPr/>
          <p:nvPr/>
        </p:nvGrpSpPr>
        <p:grpSpPr>
          <a:xfrm>
            <a:off x="539750" y="5037138"/>
            <a:ext cx="4494213" cy="1109662"/>
            <a:chOff x="819" y="3114"/>
            <a:chExt cx="2831" cy="699"/>
          </a:xfrm>
        </p:grpSpPr>
        <p:graphicFrame>
          <p:nvGraphicFramePr>
            <p:cNvPr id="13319" name="Object 19"/>
            <p:cNvGraphicFramePr>
              <a:graphicFrameLocks noChangeAspect="1"/>
            </p:cNvGraphicFramePr>
            <p:nvPr/>
          </p:nvGraphicFramePr>
          <p:xfrm>
            <a:off x="1728" y="3456"/>
            <a:ext cx="1195" cy="357"/>
          </p:xfrm>
          <a:graphic>
            <a:graphicData uri="http://schemas.openxmlformats.org/presentationml/2006/ole">
              <mc:AlternateContent xmlns:mc="http://schemas.openxmlformats.org/markup-compatibility/2006">
                <mc:Choice xmlns:v="urn:schemas-microsoft-com:vml" Requires="v">
                  <p:oleObj r:id="rId7" imgW="837565" imgH="254000" progId="Equation.3">
                    <p:embed/>
                  </p:oleObj>
                </mc:Choice>
                <mc:Fallback>
                  <p:oleObj r:id="rId7" imgW="837565" imgH="254000" progId="Equation.3">
                    <p:embed/>
                    <p:pic>
                      <p:nvPicPr>
                        <p:cNvPr id="0" name="图片 3079"/>
                        <p:cNvPicPr/>
                        <p:nvPr/>
                      </p:nvPicPr>
                      <p:blipFill>
                        <a:blip r:embed="rId8"/>
                        <a:stretch>
                          <a:fillRect/>
                        </a:stretch>
                      </p:blipFill>
                      <p:spPr>
                        <a:xfrm>
                          <a:off x="1728" y="3456"/>
                          <a:ext cx="1195" cy="357"/>
                        </a:xfrm>
                        <a:prstGeom prst="rect">
                          <a:avLst/>
                        </a:prstGeom>
                        <a:noFill/>
                        <a:ln w="38100">
                          <a:noFill/>
                          <a:miter/>
                        </a:ln>
                      </p:spPr>
                    </p:pic>
                  </p:oleObj>
                </mc:Fallback>
              </mc:AlternateContent>
            </a:graphicData>
          </a:graphic>
        </p:graphicFrame>
        <p:sp>
          <p:nvSpPr>
            <p:cNvPr id="13320" name="Text Box 20"/>
            <p:cNvSpPr txBox="1"/>
            <p:nvPr/>
          </p:nvSpPr>
          <p:spPr>
            <a:xfrm>
              <a:off x="819" y="3114"/>
              <a:ext cx="2831" cy="291"/>
            </a:xfrm>
            <a:prstGeom prst="rect">
              <a:avLst/>
            </a:prstGeom>
            <a:noFill/>
            <a:ln w="9525">
              <a:noFill/>
            </a:ln>
          </p:spPr>
          <p:txBody>
            <a:bodyPr wrap="none">
              <a:spAutoFit/>
            </a:bodyPr>
            <a:lstStyle/>
            <a:p>
              <a:pPr algn="ctr" eaLnBrk="1" hangingPunct="1">
                <a:spcBef>
                  <a:spcPct val="50000"/>
                </a:spcBef>
              </a:pPr>
              <a:r>
                <a:rPr lang="zh-CN" altLang="en-US" b="1" dirty="0">
                  <a:solidFill>
                    <a:srgbClr val="002060"/>
                  </a:solidFill>
                  <a:latin typeface="华文中宋" panose="02010600040101010101" pitchFamily="2" charset="-122"/>
                </a:rPr>
                <a:t>二极管所承受的最大反向电压为</a:t>
              </a:r>
            </a:p>
          </p:txBody>
        </p:sp>
      </p:grpSp>
      <p:sp>
        <p:nvSpPr>
          <p:cNvPr id="13317" name="矩形 12"/>
          <p:cNvSpPr/>
          <p:nvPr/>
        </p:nvSpPr>
        <p:spPr>
          <a:xfrm>
            <a:off x="395288" y="1009650"/>
            <a:ext cx="8424862" cy="830263"/>
          </a:xfrm>
          <a:prstGeom prst="rect">
            <a:avLst/>
          </a:prstGeom>
          <a:noFill/>
          <a:ln w="9525">
            <a:noFill/>
          </a:ln>
        </p:spPr>
        <p:txBody>
          <a:bodyPr>
            <a:spAutoFit/>
          </a:bodyPr>
          <a:lstStyle/>
          <a:p>
            <a:pPr eaLnBrk="1" hangingPunct="1">
              <a:spcBef>
                <a:spcPct val="50000"/>
              </a:spcBef>
            </a:pPr>
            <a:r>
              <a:rPr lang="zh-CN" altLang="en-US" b="1" dirty="0">
                <a:solidFill>
                  <a:srgbClr val="002060"/>
                </a:solidFill>
                <a:latin typeface="华文中宋" panose="02010600040101010101" pitchFamily="2" charset="-122"/>
              </a:rPr>
              <a:t>根据图</a:t>
            </a:r>
            <a:r>
              <a:rPr lang="en-US" altLang="zh-CN" b="1" dirty="0">
                <a:solidFill>
                  <a:srgbClr val="002060"/>
                </a:solidFill>
                <a:latin typeface="华文中宋" panose="02010600040101010101" pitchFamily="2" charset="-122"/>
              </a:rPr>
              <a:t>(b)</a:t>
            </a:r>
            <a:r>
              <a:rPr lang="zh-CN" altLang="en-US" b="1" dirty="0">
                <a:solidFill>
                  <a:srgbClr val="002060"/>
                </a:solidFill>
                <a:latin typeface="华文中宋" panose="02010600040101010101" pitchFamily="2" charset="-122"/>
              </a:rPr>
              <a:t>可知，输出电压在一个工频周期内，只是正半周导电，在负载上得到的是半个正弦波。负载上输出平均电压为</a:t>
            </a:r>
          </a:p>
        </p:txBody>
      </p:sp>
      <p:sp>
        <p:nvSpPr>
          <p:cNvPr id="11" name="Rectangle 66"/>
          <p:cNvSpPr>
            <a:spLocks noChangeArrowheads="1"/>
          </p:cNvSpPr>
          <p:nvPr/>
        </p:nvSpPr>
        <p:spPr bwMode="auto">
          <a:xfrm>
            <a:off x="309563" y="68263"/>
            <a:ext cx="7483475"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lstStyle>
            <a:lvl1pPr marL="342900" indent="-3429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342900" marR="0" lvl="0" indent="-342900" algn="l" defTabSz="914400" rtl="0" eaLnBrk="0" fontAlgn="base" latinLnBrk="0" hangingPunct="0">
              <a:lnSpc>
                <a:spcPct val="100000"/>
              </a:lnSpc>
              <a:spcBef>
                <a:spcPct val="0"/>
              </a:spcBef>
              <a:spcAft>
                <a:spcPct val="0"/>
              </a:spcAft>
              <a:buClrTx/>
              <a:buSzTx/>
              <a:buFontTx/>
              <a:buNone/>
              <a:defRPr/>
            </a:pPr>
            <a:r>
              <a:rPr kumimoji="1" lang="zh-CN" altLang="en-US" sz="3600" b="0" i="0" u="none" strike="noStrike" kern="1200" cap="none" spc="0" normalizeH="0" baseline="0" noProof="0" dirty="0">
                <a:ln w="0"/>
                <a:solidFill>
                  <a:srgbClr val="FF0000"/>
                </a:solidFill>
                <a:effectLst>
                  <a:outerShdw blurRad="38100" dist="19050" dir="2700000" algn="tl" rotWithShape="0">
                    <a:schemeClr val="dk1">
                      <a:alpha val="40000"/>
                    </a:schemeClr>
                  </a:outerShdw>
                </a:effectLst>
                <a:uLnTx/>
                <a:uFillTx/>
                <a:latin typeface="微软雅黑" panose="020B0503020204020204" pitchFamily="34" charset="-122"/>
                <a:ea typeface="微软雅黑" panose="020B0503020204020204" pitchFamily="34" charset="-122"/>
                <a:cs typeface="+mn-cs"/>
              </a:rPr>
              <a:t>二、实验原理</a:t>
            </a:r>
            <a:r>
              <a:rPr kumimoji="1" lang="en-US" altLang="zh-CN" sz="3600" b="0" i="0" u="none" strike="noStrike" kern="1200" cap="none" spc="0" normalizeH="0" baseline="0" noProof="0" dirty="0">
                <a:ln w="0"/>
                <a:solidFill>
                  <a:srgbClr val="FF0000"/>
                </a:solidFill>
                <a:effectLst>
                  <a:outerShdw blurRad="38100" dist="19050" dir="2700000" algn="tl" rotWithShape="0">
                    <a:schemeClr val="dk1">
                      <a:alpha val="40000"/>
                    </a:schemeClr>
                  </a:outerShdw>
                </a:effectLst>
                <a:uLnTx/>
                <a:uFillTx/>
                <a:latin typeface="微软雅黑" panose="020B0503020204020204" pitchFamily="34" charset="-122"/>
                <a:ea typeface="微软雅黑" panose="020B0503020204020204" pitchFamily="34" charset="-122"/>
                <a:cs typeface="+mn-cs"/>
              </a:rPr>
              <a:t>/</a:t>
            </a:r>
            <a:r>
              <a:rPr kumimoji="1" lang="en-US" altLang="zh-CN" sz="2800" b="0" i="0" u="none" strike="noStrike" kern="1200" cap="none" spc="0" normalizeH="0" baseline="0" noProof="0" dirty="0">
                <a:ln w="0"/>
                <a:solidFill>
                  <a:srgbClr val="003300"/>
                </a:solidFill>
                <a:effectLst>
                  <a:outerShdw blurRad="38100" dist="19050" dir="2700000" algn="tl" rotWithShape="0">
                    <a:schemeClr val="dk1">
                      <a:alpha val="40000"/>
                    </a:schemeClr>
                  </a:outerShdw>
                </a:effectLst>
                <a:uLnTx/>
                <a:uFillTx/>
                <a:latin typeface="微软雅黑" panose="020B0503020204020204" pitchFamily="34" charset="-122"/>
                <a:ea typeface="微软雅黑" panose="020B0503020204020204" pitchFamily="34" charset="-122"/>
                <a:cs typeface="+mn-cs"/>
              </a:rPr>
              <a:t>2.2</a:t>
            </a:r>
            <a:r>
              <a:rPr kumimoji="1" lang="zh-CN" altLang="en-US" sz="2800" b="0" i="0" u="none" strike="noStrike" kern="1200" cap="none" spc="0" normalizeH="0" baseline="0" noProof="0" dirty="0">
                <a:ln w="0"/>
                <a:solidFill>
                  <a:srgbClr val="003300"/>
                </a:solidFill>
                <a:effectLst>
                  <a:outerShdw blurRad="38100" dist="19050" dir="2700000" algn="tl" rotWithShape="0">
                    <a:schemeClr val="dk1">
                      <a:alpha val="40000"/>
                    </a:schemeClr>
                  </a:outerShdw>
                </a:effectLst>
                <a:uLnTx/>
                <a:uFillTx/>
                <a:latin typeface="微软雅黑" panose="020B0503020204020204" pitchFamily="34" charset="-122"/>
                <a:ea typeface="微软雅黑" panose="020B0503020204020204" pitchFamily="34" charset="-122"/>
                <a:cs typeface="+mn-cs"/>
              </a:rPr>
              <a:t>整流电路</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8" fill="hold" nodeType="clickEffect">
                                  <p:stCondLst>
                                    <p:cond delay="0"/>
                                  </p:stCondLst>
                                  <p:childTnLst>
                                    <p:set>
                                      <p:cBhvr>
                                        <p:cTn id="6" dur="1" fill="hold">
                                          <p:stCondLst>
                                            <p:cond delay="0"/>
                                          </p:stCondLst>
                                        </p:cTn>
                                        <p:tgtEl>
                                          <p:spTgt spid="11278"/>
                                        </p:tgtEl>
                                        <p:attrNameLst>
                                          <p:attrName>style.visibility</p:attrName>
                                        </p:attrNameLst>
                                      </p:cBhvr>
                                      <p:to>
                                        <p:strVal val="visible"/>
                                      </p:to>
                                    </p:set>
                                    <p:anim calcmode="lin" valueType="num">
                                      <p:cBhvr>
                                        <p:cTn id="7" dur="500" fill="hold"/>
                                        <p:tgtEl>
                                          <p:spTgt spid="11278"/>
                                        </p:tgtEl>
                                        <p:attrNameLst>
                                          <p:attrName>ppt_x</p:attrName>
                                        </p:attrNameLst>
                                      </p:cBhvr>
                                      <p:tavLst>
                                        <p:tav tm="0">
                                          <p:val>
                                            <p:strVal val="#ppt_x-#ppt_w/2"/>
                                          </p:val>
                                        </p:tav>
                                        <p:tav tm="100000">
                                          <p:val>
                                            <p:strVal val="#ppt_x"/>
                                          </p:val>
                                        </p:tav>
                                      </p:tavLst>
                                    </p:anim>
                                    <p:anim calcmode="lin" valueType="num">
                                      <p:cBhvr>
                                        <p:cTn id="8" dur="500" fill="hold"/>
                                        <p:tgtEl>
                                          <p:spTgt spid="11278"/>
                                        </p:tgtEl>
                                        <p:attrNameLst>
                                          <p:attrName>ppt_y</p:attrName>
                                        </p:attrNameLst>
                                      </p:cBhvr>
                                      <p:tavLst>
                                        <p:tav tm="0">
                                          <p:val>
                                            <p:strVal val="#ppt_y"/>
                                          </p:val>
                                        </p:tav>
                                        <p:tav tm="100000">
                                          <p:val>
                                            <p:strVal val="#ppt_y"/>
                                          </p:val>
                                        </p:tav>
                                      </p:tavLst>
                                    </p:anim>
                                    <p:anim calcmode="lin" valueType="num">
                                      <p:cBhvr>
                                        <p:cTn id="9" dur="500" fill="hold"/>
                                        <p:tgtEl>
                                          <p:spTgt spid="11278"/>
                                        </p:tgtEl>
                                        <p:attrNameLst>
                                          <p:attrName>ppt_w</p:attrName>
                                        </p:attrNameLst>
                                      </p:cBhvr>
                                      <p:tavLst>
                                        <p:tav tm="0">
                                          <p:val>
                                            <p:fltVal val="0"/>
                                          </p:val>
                                        </p:tav>
                                        <p:tav tm="100000">
                                          <p:val>
                                            <p:strVal val="#ppt_w"/>
                                          </p:val>
                                        </p:tav>
                                      </p:tavLst>
                                    </p:anim>
                                    <p:anim calcmode="lin" valueType="num">
                                      <p:cBhvr>
                                        <p:cTn id="10" dur="500" fill="hold"/>
                                        <p:tgtEl>
                                          <p:spTgt spid="11278"/>
                                        </p:tgtEl>
                                        <p:attrNameLst>
                                          <p:attrName>ppt_h</p:attrName>
                                        </p:attrNameLst>
                                      </p:cBhvr>
                                      <p:tavLst>
                                        <p:tav tm="0">
                                          <p:val>
                                            <p:strVal val="#ppt_h"/>
                                          </p:val>
                                        </p:tav>
                                        <p:tav tm="100000">
                                          <p:val>
                                            <p:strVal val="#ppt_h"/>
                                          </p:val>
                                        </p:tav>
                                      </p:tavLst>
                                    </p:anim>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nodeType="click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blinds(horizontal)">
                                      <p:cBhvr>
                                        <p:cTn id="15" dur="500"/>
                                        <p:tgtEl>
                                          <p:spTgt spid="2"/>
                                        </p:tgtEl>
                                      </p:cBhvr>
                                    </p:animEffect>
                                  </p:childTnLst>
                                </p:cTn>
                              </p:par>
                            </p:childTnLst>
                          </p:cTn>
                        </p:par>
                      </p:childTnLst>
                    </p:cTn>
                  </p:par>
                  <p:par>
                    <p:cTn id="16" fill="hold">
                      <p:stCondLst>
                        <p:cond delay="indefinite"/>
                      </p:stCondLst>
                      <p:childTnLst>
                        <p:par>
                          <p:cTn id="17" fill="hold">
                            <p:stCondLst>
                              <p:cond delay="0"/>
                            </p:stCondLst>
                            <p:childTnLst>
                              <p:par>
                                <p:cTn id="18" presetID="9" presetClass="entr" presetSubtype="0" fill="hold" nodeType="clickEffect">
                                  <p:stCondLst>
                                    <p:cond delay="0"/>
                                  </p:stCondLst>
                                  <p:childTnLst>
                                    <p:set>
                                      <p:cBhvr>
                                        <p:cTn id="19" dur="1" fill="hold">
                                          <p:stCondLst>
                                            <p:cond delay="0"/>
                                          </p:stCondLst>
                                        </p:cTn>
                                        <p:tgtEl>
                                          <p:spTgt spid="3"/>
                                        </p:tgtEl>
                                        <p:attrNameLst>
                                          <p:attrName>style.visibility</p:attrName>
                                        </p:attrNameLst>
                                      </p:cBhvr>
                                      <p:to>
                                        <p:strVal val="visible"/>
                                      </p:to>
                                    </p:set>
                                    <p:animEffect transition="in" filter="dissolve">
                                      <p:cBhvr>
                                        <p:cTn id="20"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137" name="Object 17"/>
          <p:cNvGraphicFramePr>
            <a:graphicFrameLocks noChangeAspect="1"/>
          </p:cNvGraphicFramePr>
          <p:nvPr/>
        </p:nvGraphicFramePr>
        <p:xfrm>
          <a:off x="5910263" y="1276350"/>
          <a:ext cx="2936875" cy="4175125"/>
        </p:xfrm>
        <a:graphic>
          <a:graphicData uri="http://schemas.openxmlformats.org/presentationml/2006/ole">
            <mc:AlternateContent xmlns:mc="http://schemas.openxmlformats.org/markup-compatibility/2006">
              <mc:Choice xmlns:v="urn:schemas-microsoft-com:vml" Requires="v">
                <p:oleObj r:id="rId3" imgW="2257425" imgH="3209925" progId="Paint.Picture">
                  <p:embed/>
                </p:oleObj>
              </mc:Choice>
              <mc:Fallback>
                <p:oleObj r:id="rId3" imgW="2257425" imgH="3209925" progId="Paint.Picture">
                  <p:embed/>
                  <p:pic>
                    <p:nvPicPr>
                      <p:cNvPr id="0" name="图片 3080"/>
                      <p:cNvPicPr/>
                      <p:nvPr/>
                    </p:nvPicPr>
                    <p:blipFill>
                      <a:blip r:embed="rId4"/>
                      <a:stretch>
                        <a:fillRect/>
                      </a:stretch>
                    </p:blipFill>
                    <p:spPr>
                      <a:xfrm>
                        <a:off x="5910263" y="1276350"/>
                        <a:ext cx="2936875" cy="4175125"/>
                      </a:xfrm>
                      <a:prstGeom prst="rect">
                        <a:avLst/>
                      </a:prstGeom>
                      <a:noFill/>
                      <a:ln w="38100">
                        <a:noFill/>
                        <a:miter/>
                      </a:ln>
                    </p:spPr>
                  </p:pic>
                </p:oleObj>
              </mc:Fallback>
            </mc:AlternateContent>
          </a:graphicData>
        </a:graphic>
      </p:graphicFrame>
      <p:sp>
        <p:nvSpPr>
          <p:cNvPr id="15363" name="矩形 8"/>
          <p:cNvSpPr/>
          <p:nvPr/>
        </p:nvSpPr>
        <p:spPr>
          <a:xfrm>
            <a:off x="6278563" y="5708650"/>
            <a:ext cx="1574800" cy="461963"/>
          </a:xfrm>
          <a:prstGeom prst="rect">
            <a:avLst/>
          </a:prstGeom>
          <a:noFill/>
          <a:ln w="9525">
            <a:noFill/>
          </a:ln>
        </p:spPr>
        <p:txBody>
          <a:bodyPr wrap="none">
            <a:spAutoFit/>
          </a:bodyPr>
          <a:lstStyle/>
          <a:p>
            <a:pPr>
              <a:spcBef>
                <a:spcPct val="50000"/>
              </a:spcBef>
            </a:pPr>
            <a:r>
              <a:rPr lang="en-US" altLang="zh-CN" dirty="0">
                <a:solidFill>
                  <a:srgbClr val="FF3300"/>
                </a:solidFill>
                <a:latin typeface="宋体" panose="02010600030101010101" pitchFamily="2" charset="-122"/>
                <a:ea typeface="楷体_GB2312"/>
              </a:rPr>
              <a:t>(b)</a:t>
            </a:r>
            <a:r>
              <a:rPr lang="zh-CN" altLang="en-US" dirty="0">
                <a:solidFill>
                  <a:srgbClr val="FF3300"/>
                </a:solidFill>
                <a:latin typeface="宋体" panose="02010600030101010101" pitchFamily="2" charset="-122"/>
                <a:ea typeface="楷体_GB2312"/>
              </a:rPr>
              <a:t>波形图</a:t>
            </a:r>
            <a:endParaRPr lang="en-US" altLang="zh-CN" dirty="0">
              <a:solidFill>
                <a:srgbClr val="FF3300"/>
              </a:solidFill>
              <a:latin typeface="宋体" panose="02010600030101010101" pitchFamily="2" charset="-122"/>
              <a:ea typeface="楷体_GB2312"/>
            </a:endParaRPr>
          </a:p>
        </p:txBody>
      </p:sp>
      <p:sp>
        <p:nvSpPr>
          <p:cNvPr id="8" name="Rectangle 2"/>
          <p:cNvSpPr>
            <a:spLocks noChangeArrowheads="1"/>
          </p:cNvSpPr>
          <p:nvPr/>
        </p:nvSpPr>
        <p:spPr bwMode="auto">
          <a:xfrm>
            <a:off x="107950" y="769938"/>
            <a:ext cx="7127875" cy="987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342900" marR="0" lvl="0" indent="-342900" algn="l" defTabSz="914400" rtl="0" eaLnBrk="0" fontAlgn="base" latinLnBrk="0" hangingPunct="0">
              <a:lnSpc>
                <a:spcPct val="100000"/>
              </a:lnSpc>
              <a:spcBef>
                <a:spcPct val="0"/>
              </a:spcBef>
              <a:spcAft>
                <a:spcPct val="0"/>
              </a:spcAft>
              <a:buClrTx/>
              <a:buSzTx/>
              <a:buFontTx/>
              <a:buNone/>
              <a:defRPr/>
            </a:pPr>
            <a:endParaRPr kumimoji="1" lang="en-US" altLang="zh-CN" sz="3600" b="0" i="0" u="none" strike="noStrike" kern="1200" cap="none" spc="0" normalizeH="0" baseline="0" noProof="0" dirty="0">
              <a:ln w="0"/>
              <a:solidFill>
                <a:srgbClr val="FF0000"/>
              </a:solidFill>
              <a:effectLst>
                <a:outerShdw blurRad="38100" dist="19050" dir="2700000" algn="tl" rotWithShape="0">
                  <a:schemeClr val="dk1">
                    <a:alpha val="40000"/>
                  </a:schemeClr>
                </a:outerShdw>
              </a:effectLst>
              <a:uLnTx/>
              <a:uFillTx/>
              <a:latin typeface="微软雅黑" panose="020B0503020204020204" pitchFamily="34" charset="-122"/>
              <a:ea typeface="微软雅黑" panose="020B0503020204020204" pitchFamily="34" charset="-122"/>
              <a:cs typeface="+mn-cs"/>
            </a:endParaRPr>
          </a:p>
          <a:p>
            <a:pPr marL="342900" marR="0" lvl="0" indent="-342900" algn="l" defTabSz="914400" rtl="0" eaLnBrk="0" fontAlgn="base" latinLnBrk="0" hangingPunct="0">
              <a:lnSpc>
                <a:spcPct val="100000"/>
              </a:lnSpc>
              <a:spcBef>
                <a:spcPct val="0"/>
              </a:spcBef>
              <a:spcAft>
                <a:spcPct val="0"/>
              </a:spcAft>
              <a:buClrTx/>
              <a:buSzTx/>
              <a:buFontTx/>
              <a:buNone/>
              <a:defRPr/>
            </a:pPr>
            <a:r>
              <a:rPr kumimoji="1" lang="zh-CN" altLang="en-US" sz="2800" b="1" i="0" u="none" strike="noStrike" kern="1200" cap="none" spc="0" normalizeH="0" baseline="0" noProof="0" dirty="0">
                <a:ln>
                  <a:noFill/>
                </a:ln>
                <a:solidFill>
                  <a:srgbClr val="003300"/>
                </a:solidFill>
                <a:effectLst/>
                <a:uLnTx/>
                <a:uFillTx/>
                <a:latin typeface="微软雅黑" panose="020B0503020204020204" pitchFamily="34" charset="-122"/>
                <a:ea typeface="微软雅黑" panose="020B0503020204020204" pitchFamily="34" charset="-122"/>
                <a:cs typeface="+mn-cs"/>
              </a:rPr>
              <a:t>（</a:t>
            </a:r>
            <a:r>
              <a:rPr kumimoji="1" lang="en-US" altLang="zh-CN" sz="2800" b="1" i="0" u="none" strike="noStrike" kern="1200" cap="none" spc="0" normalizeH="0" baseline="0" noProof="0" dirty="0">
                <a:ln>
                  <a:noFill/>
                </a:ln>
                <a:solidFill>
                  <a:srgbClr val="003300"/>
                </a:solidFill>
                <a:effectLst/>
                <a:uLnTx/>
                <a:uFillTx/>
                <a:latin typeface="微软雅黑" panose="020B0503020204020204" pitchFamily="34" charset="-122"/>
                <a:ea typeface="微软雅黑" panose="020B0503020204020204" pitchFamily="34" charset="-122"/>
                <a:cs typeface="+mn-cs"/>
              </a:rPr>
              <a:t>2</a:t>
            </a:r>
            <a:r>
              <a:rPr kumimoji="1" lang="zh-CN" altLang="en-US" sz="2800" b="1" i="0" u="none" strike="noStrike" kern="1200" cap="none" spc="0" normalizeH="0" baseline="0" noProof="0" dirty="0">
                <a:ln>
                  <a:noFill/>
                </a:ln>
                <a:solidFill>
                  <a:srgbClr val="003300"/>
                </a:solidFill>
                <a:effectLst/>
                <a:uLnTx/>
                <a:uFillTx/>
                <a:latin typeface="微软雅黑" panose="020B0503020204020204" pitchFamily="34" charset="-122"/>
                <a:ea typeface="微软雅黑" panose="020B0503020204020204" pitchFamily="34" charset="-122"/>
                <a:cs typeface="+mn-cs"/>
              </a:rPr>
              <a:t>）单相桥式整流电路</a:t>
            </a:r>
          </a:p>
          <a:p>
            <a:pPr marL="342900" marR="0" lvl="0" indent="-342900" algn="l" defTabSz="914400" rtl="0" eaLnBrk="0" fontAlgn="base" latinLnBrk="0" hangingPunct="0">
              <a:lnSpc>
                <a:spcPct val="100000"/>
              </a:lnSpc>
              <a:spcBef>
                <a:spcPct val="0"/>
              </a:spcBef>
              <a:spcAft>
                <a:spcPct val="0"/>
              </a:spcAft>
              <a:buClrTx/>
              <a:buSzTx/>
              <a:buFontTx/>
              <a:buNone/>
              <a:defRPr/>
            </a:pPr>
            <a:endParaRPr kumimoji="1" lang="zh-CN" altLang="en-US" sz="3600" b="0" i="0" u="none" strike="noStrike" kern="1200" cap="none" spc="0" normalizeH="0" baseline="0" noProof="0" dirty="0">
              <a:ln w="0"/>
              <a:solidFill>
                <a:srgbClr val="003300"/>
              </a:solidFill>
              <a:effectLst>
                <a:outerShdw blurRad="38100" dist="19050" dir="2700000" algn="tl" rotWithShape="0">
                  <a:schemeClr val="dk1">
                    <a:alpha val="40000"/>
                  </a:schemeClr>
                </a:outerShdw>
              </a:effectLst>
              <a:uLnTx/>
              <a:uFillTx/>
              <a:latin typeface="微软雅黑" panose="020B0503020204020204" pitchFamily="34" charset="-122"/>
              <a:ea typeface="微软雅黑" panose="020B0503020204020204" pitchFamily="34" charset="-122"/>
              <a:cs typeface="+mn-cs"/>
            </a:endParaRPr>
          </a:p>
        </p:txBody>
      </p:sp>
      <p:grpSp>
        <p:nvGrpSpPr>
          <p:cNvPr id="15365" name="组合 15376"/>
          <p:cNvGrpSpPr/>
          <p:nvPr/>
        </p:nvGrpSpPr>
        <p:grpSpPr>
          <a:xfrm>
            <a:off x="522288" y="1800225"/>
            <a:ext cx="4951412" cy="3043238"/>
            <a:chOff x="522047" y="1425483"/>
            <a:chExt cx="4951822" cy="3043462"/>
          </a:xfrm>
        </p:grpSpPr>
        <p:sp>
          <p:nvSpPr>
            <p:cNvPr id="3" name="矩形 2"/>
            <p:cNvSpPr/>
            <p:nvPr/>
          </p:nvSpPr>
          <p:spPr>
            <a:xfrm>
              <a:off x="1260295" y="4006948"/>
              <a:ext cx="2954583" cy="461997"/>
            </a:xfrm>
            <a:prstGeom prst="rect">
              <a:avLst/>
            </a:prstGeom>
          </p:spPr>
          <p:txBody>
            <a:bodyPr wrap="none">
              <a:spAutoFit/>
            </a:bodyPr>
            <a:lstStyle/>
            <a:p>
              <a:pPr marL="0" marR="0" lvl="0" indent="0" algn="just" defTabSz="914400" rtl="0" eaLnBrk="0" fontAlgn="base" latinLnBrk="0" hangingPunct="0">
                <a:lnSpc>
                  <a:spcPct val="100000"/>
                </a:lnSpc>
                <a:spcBef>
                  <a:spcPct val="0"/>
                </a:spcBef>
                <a:spcAft>
                  <a:spcPts val="0"/>
                </a:spcAft>
                <a:buClrTx/>
                <a:buSzTx/>
                <a:buFontTx/>
                <a:buNone/>
                <a:defRPr/>
              </a:pPr>
              <a:r>
                <a:rPr kumimoji="0" lang="zh-CN" altLang="zh-CN" sz="2400" b="0" i="0" u="none" strike="noStrike" kern="1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宋体" panose="02010600030101010101" pitchFamily="2" charset="-122"/>
                </a:rPr>
                <a:t>图</a:t>
              </a:r>
              <a:r>
                <a:rPr kumimoji="0" lang="en-US" altLang="zh-CN" sz="2400" b="0" i="0" u="none" strike="noStrike" kern="1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宋体" panose="02010600030101010101" pitchFamily="2" charset="-122"/>
                </a:rPr>
                <a:t>2  </a:t>
              </a:r>
              <a:r>
                <a:rPr kumimoji="0" lang="zh-CN" altLang="zh-CN" sz="2400" b="0" i="0" u="none" strike="noStrike" kern="1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宋体" panose="02010600030101010101" pitchFamily="2" charset="-122"/>
                </a:rPr>
                <a:t>桥式整流电路图</a:t>
              </a:r>
              <a:endParaRPr kumimoji="0" lang="zh-CN" altLang="zh-CN" sz="3200" b="0" i="0" u="none" strike="noStrike" kern="1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9" name="任意多边形 8"/>
            <p:cNvSpPr/>
            <p:nvPr/>
          </p:nvSpPr>
          <p:spPr>
            <a:xfrm>
              <a:off x="599840" y="1562018"/>
              <a:ext cx="895424" cy="300060"/>
            </a:xfrm>
            <a:custGeom>
              <a:avLst/>
              <a:gdLst>
                <a:gd name="connsiteX0" fmla="*/ 0 w 894736"/>
                <a:gd name="connsiteY0" fmla="*/ 0 h 147484"/>
                <a:gd name="connsiteX1" fmla="*/ 894736 w 894736"/>
                <a:gd name="connsiteY1" fmla="*/ 0 h 147484"/>
                <a:gd name="connsiteX2" fmla="*/ 894736 w 894736"/>
                <a:gd name="connsiteY2" fmla="*/ 147484 h 147484"/>
              </a:gdLst>
              <a:ahLst/>
              <a:cxnLst>
                <a:cxn ang="0">
                  <a:pos x="connsiteX0" y="connsiteY0"/>
                </a:cxn>
                <a:cxn ang="0">
                  <a:pos x="connsiteX1" y="connsiteY1"/>
                </a:cxn>
                <a:cxn ang="0">
                  <a:pos x="connsiteX2" y="connsiteY2"/>
                </a:cxn>
              </a:cxnLst>
              <a:rect l="l" t="t" r="r" b="b"/>
              <a:pathLst>
                <a:path w="894736" h="147484">
                  <a:moveTo>
                    <a:pt x="0" y="0"/>
                  </a:moveTo>
                  <a:lnTo>
                    <a:pt x="894736" y="0"/>
                  </a:lnTo>
                  <a:lnTo>
                    <a:pt x="894736" y="147484"/>
                  </a:lnTo>
                </a:path>
              </a:pathLst>
            </a:custGeom>
            <a:noFill/>
            <a:ln w="19050">
              <a:solidFill>
                <a:srgbClr val="0033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lt1"/>
                </a:solidFill>
                <a:effectLst/>
                <a:uLnTx/>
                <a:uFillTx/>
                <a:latin typeface="+mn-lt"/>
                <a:ea typeface="+mn-ea"/>
                <a:cs typeface="+mn-cs"/>
              </a:endParaRPr>
            </a:p>
          </p:txBody>
        </p:sp>
        <p:sp>
          <p:nvSpPr>
            <p:cNvPr id="10" name="任意多边形 9"/>
            <p:cNvSpPr/>
            <p:nvPr/>
          </p:nvSpPr>
          <p:spPr>
            <a:xfrm>
              <a:off x="620480" y="2903555"/>
              <a:ext cx="865259" cy="419131"/>
            </a:xfrm>
            <a:custGeom>
              <a:avLst/>
              <a:gdLst>
                <a:gd name="connsiteX0" fmla="*/ 865239 w 865239"/>
                <a:gd name="connsiteY0" fmla="*/ 0 h 226142"/>
                <a:gd name="connsiteX1" fmla="*/ 865239 w 865239"/>
                <a:gd name="connsiteY1" fmla="*/ 226142 h 226142"/>
                <a:gd name="connsiteX2" fmla="*/ 0 w 865239"/>
                <a:gd name="connsiteY2" fmla="*/ 226142 h 226142"/>
              </a:gdLst>
              <a:ahLst/>
              <a:cxnLst>
                <a:cxn ang="0">
                  <a:pos x="connsiteX0" y="connsiteY0"/>
                </a:cxn>
                <a:cxn ang="0">
                  <a:pos x="connsiteX1" y="connsiteY1"/>
                </a:cxn>
                <a:cxn ang="0">
                  <a:pos x="connsiteX2" y="connsiteY2"/>
                </a:cxn>
              </a:cxnLst>
              <a:rect l="l" t="t" r="r" b="b"/>
              <a:pathLst>
                <a:path w="865239" h="226142">
                  <a:moveTo>
                    <a:pt x="865239" y="0"/>
                  </a:moveTo>
                  <a:lnTo>
                    <a:pt x="865239" y="226142"/>
                  </a:lnTo>
                  <a:lnTo>
                    <a:pt x="0" y="226142"/>
                  </a:lnTo>
                </a:path>
              </a:pathLst>
            </a:custGeom>
            <a:noFill/>
            <a:ln w="19050">
              <a:solidFill>
                <a:srgbClr val="0033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lt1"/>
                </a:solidFill>
                <a:effectLst/>
                <a:uLnTx/>
                <a:uFillTx/>
                <a:latin typeface="+mn-lt"/>
                <a:ea typeface="+mn-ea"/>
                <a:cs typeface="+mn-cs"/>
              </a:endParaRPr>
            </a:p>
          </p:txBody>
        </p:sp>
        <p:grpSp>
          <p:nvGrpSpPr>
            <p:cNvPr id="15370" name="组合 70"/>
            <p:cNvGrpSpPr/>
            <p:nvPr/>
          </p:nvGrpSpPr>
          <p:grpSpPr>
            <a:xfrm>
              <a:off x="1331664" y="1858984"/>
              <a:ext cx="216000" cy="1080000"/>
              <a:chOff x="1792750" y="302821"/>
              <a:chExt cx="860963" cy="2630384"/>
            </a:xfrm>
          </p:grpSpPr>
          <p:sp>
            <p:nvSpPr>
              <p:cNvPr id="72" name="弧形 71"/>
              <p:cNvSpPr/>
              <p:nvPr/>
            </p:nvSpPr>
            <p:spPr>
              <a:xfrm>
                <a:off x="1793049" y="526893"/>
                <a:ext cx="841650" cy="162402"/>
              </a:xfrm>
              <a:prstGeom prst="arc">
                <a:avLst>
                  <a:gd name="adj1" fmla="val 16200000"/>
                  <a:gd name="adj2" fmla="val 5214362"/>
                </a:avLst>
              </a:prstGeom>
              <a:ln>
                <a:solidFill>
                  <a:srgbClr val="003300"/>
                </a:solidFill>
              </a:ln>
            </p:spPr>
            <p:style>
              <a:lnRef idx="1">
                <a:schemeClr val="accent1"/>
              </a:lnRef>
              <a:fillRef idx="0">
                <a:schemeClr val="accent1"/>
              </a:fillRef>
              <a:effectRef idx="0">
                <a:schemeClr val="accent1"/>
              </a:effectRef>
              <a:fontRef idx="minor">
                <a:schemeClr val="tx1"/>
              </a:fontRef>
            </p:style>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cs"/>
                </a:endParaRPr>
              </a:p>
            </p:txBody>
          </p:sp>
          <p:sp>
            <p:nvSpPr>
              <p:cNvPr id="73" name="弧形 72"/>
              <p:cNvSpPr/>
              <p:nvPr/>
            </p:nvSpPr>
            <p:spPr>
              <a:xfrm>
                <a:off x="1793049" y="697027"/>
                <a:ext cx="841650" cy="162402"/>
              </a:xfrm>
              <a:prstGeom prst="arc">
                <a:avLst>
                  <a:gd name="adj1" fmla="val 16200000"/>
                  <a:gd name="adj2" fmla="val 5214362"/>
                </a:avLst>
              </a:prstGeom>
              <a:ln>
                <a:solidFill>
                  <a:srgbClr val="003300"/>
                </a:solidFill>
              </a:ln>
            </p:spPr>
            <p:style>
              <a:lnRef idx="1">
                <a:schemeClr val="accent1"/>
              </a:lnRef>
              <a:fillRef idx="0">
                <a:schemeClr val="accent1"/>
              </a:fillRef>
              <a:effectRef idx="0">
                <a:schemeClr val="accent1"/>
              </a:effectRef>
              <a:fontRef idx="minor">
                <a:schemeClr val="tx1"/>
              </a:fontRef>
            </p:style>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cs"/>
                </a:endParaRPr>
              </a:p>
            </p:txBody>
          </p:sp>
          <p:sp>
            <p:nvSpPr>
              <p:cNvPr id="74" name="弧形 73"/>
              <p:cNvSpPr/>
              <p:nvPr/>
            </p:nvSpPr>
            <p:spPr>
              <a:xfrm>
                <a:off x="1812032" y="851696"/>
                <a:ext cx="841653" cy="162402"/>
              </a:xfrm>
              <a:prstGeom prst="arc">
                <a:avLst>
                  <a:gd name="adj1" fmla="val 16200000"/>
                  <a:gd name="adj2" fmla="val 5214362"/>
                </a:avLst>
              </a:prstGeom>
              <a:ln>
                <a:solidFill>
                  <a:srgbClr val="003300"/>
                </a:solidFill>
              </a:ln>
            </p:spPr>
            <p:style>
              <a:lnRef idx="1">
                <a:schemeClr val="accent1"/>
              </a:lnRef>
              <a:fillRef idx="0">
                <a:schemeClr val="accent1"/>
              </a:fillRef>
              <a:effectRef idx="0">
                <a:schemeClr val="accent1"/>
              </a:effectRef>
              <a:fontRef idx="minor">
                <a:schemeClr val="tx1"/>
              </a:fontRef>
            </p:style>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cs"/>
                </a:endParaRPr>
              </a:p>
            </p:txBody>
          </p:sp>
          <p:sp>
            <p:nvSpPr>
              <p:cNvPr id="75" name="弧形 74"/>
              <p:cNvSpPr/>
              <p:nvPr/>
            </p:nvSpPr>
            <p:spPr>
              <a:xfrm>
                <a:off x="1805705" y="1021831"/>
                <a:ext cx="841650" cy="158534"/>
              </a:xfrm>
              <a:prstGeom prst="arc">
                <a:avLst>
                  <a:gd name="adj1" fmla="val 16200000"/>
                  <a:gd name="adj2" fmla="val 5214362"/>
                </a:avLst>
              </a:prstGeom>
              <a:ln>
                <a:solidFill>
                  <a:srgbClr val="003300"/>
                </a:solidFill>
              </a:ln>
            </p:spPr>
            <p:style>
              <a:lnRef idx="1">
                <a:schemeClr val="accent1"/>
              </a:lnRef>
              <a:fillRef idx="0">
                <a:schemeClr val="accent1"/>
              </a:fillRef>
              <a:effectRef idx="0">
                <a:schemeClr val="accent1"/>
              </a:effectRef>
              <a:fontRef idx="minor">
                <a:schemeClr val="tx1"/>
              </a:fontRef>
            </p:style>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cs"/>
                </a:endParaRPr>
              </a:p>
            </p:txBody>
          </p:sp>
          <p:sp>
            <p:nvSpPr>
              <p:cNvPr id="76" name="弧形 75"/>
              <p:cNvSpPr/>
              <p:nvPr/>
            </p:nvSpPr>
            <p:spPr>
              <a:xfrm>
                <a:off x="1805705" y="1188098"/>
                <a:ext cx="841650" cy="162402"/>
              </a:xfrm>
              <a:prstGeom prst="arc">
                <a:avLst>
                  <a:gd name="adj1" fmla="val 16200000"/>
                  <a:gd name="adj2" fmla="val 5214362"/>
                </a:avLst>
              </a:prstGeom>
              <a:ln>
                <a:solidFill>
                  <a:srgbClr val="003300"/>
                </a:solidFill>
              </a:ln>
            </p:spPr>
            <p:style>
              <a:lnRef idx="1">
                <a:schemeClr val="accent1"/>
              </a:lnRef>
              <a:fillRef idx="0">
                <a:schemeClr val="accent1"/>
              </a:fillRef>
              <a:effectRef idx="0">
                <a:schemeClr val="accent1"/>
              </a:effectRef>
              <a:fontRef idx="minor">
                <a:schemeClr val="tx1"/>
              </a:fontRef>
            </p:style>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cs"/>
                </a:endParaRPr>
              </a:p>
            </p:txBody>
          </p:sp>
          <p:sp>
            <p:nvSpPr>
              <p:cNvPr id="77" name="弧形 76"/>
              <p:cNvSpPr/>
              <p:nvPr/>
            </p:nvSpPr>
            <p:spPr>
              <a:xfrm>
                <a:off x="1805705" y="1350499"/>
                <a:ext cx="841650" cy="162402"/>
              </a:xfrm>
              <a:prstGeom prst="arc">
                <a:avLst>
                  <a:gd name="adj1" fmla="val 16200000"/>
                  <a:gd name="adj2" fmla="val 5214362"/>
                </a:avLst>
              </a:prstGeom>
              <a:ln>
                <a:solidFill>
                  <a:srgbClr val="003300"/>
                </a:solidFill>
              </a:ln>
            </p:spPr>
            <p:style>
              <a:lnRef idx="1">
                <a:schemeClr val="accent1"/>
              </a:lnRef>
              <a:fillRef idx="0">
                <a:schemeClr val="accent1"/>
              </a:fillRef>
              <a:effectRef idx="0">
                <a:schemeClr val="accent1"/>
              </a:effectRef>
              <a:fontRef idx="minor">
                <a:schemeClr val="tx1"/>
              </a:fontRef>
            </p:style>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cs"/>
                </a:endParaRPr>
              </a:p>
            </p:txBody>
          </p:sp>
          <p:sp>
            <p:nvSpPr>
              <p:cNvPr id="78" name="弧形 77"/>
              <p:cNvSpPr/>
              <p:nvPr/>
            </p:nvSpPr>
            <p:spPr>
              <a:xfrm>
                <a:off x="1805705" y="1520634"/>
                <a:ext cx="841650" cy="162402"/>
              </a:xfrm>
              <a:prstGeom prst="arc">
                <a:avLst>
                  <a:gd name="adj1" fmla="val 16200000"/>
                  <a:gd name="adj2" fmla="val 5214362"/>
                </a:avLst>
              </a:prstGeom>
              <a:ln>
                <a:solidFill>
                  <a:srgbClr val="003300"/>
                </a:solidFill>
              </a:ln>
            </p:spPr>
            <p:style>
              <a:lnRef idx="1">
                <a:schemeClr val="accent1"/>
              </a:lnRef>
              <a:fillRef idx="0">
                <a:schemeClr val="accent1"/>
              </a:fillRef>
              <a:effectRef idx="0">
                <a:schemeClr val="accent1"/>
              </a:effectRef>
              <a:fontRef idx="minor">
                <a:schemeClr val="tx1"/>
              </a:fontRef>
            </p:style>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cs"/>
                </a:endParaRPr>
              </a:p>
            </p:txBody>
          </p:sp>
          <p:sp>
            <p:nvSpPr>
              <p:cNvPr id="79" name="弧形 78"/>
              <p:cNvSpPr/>
              <p:nvPr/>
            </p:nvSpPr>
            <p:spPr>
              <a:xfrm>
                <a:off x="1805705" y="1686904"/>
                <a:ext cx="841650" cy="162402"/>
              </a:xfrm>
              <a:prstGeom prst="arc">
                <a:avLst>
                  <a:gd name="adj1" fmla="val 16200000"/>
                  <a:gd name="adj2" fmla="val 5214362"/>
                </a:avLst>
              </a:prstGeom>
              <a:ln>
                <a:solidFill>
                  <a:srgbClr val="003300"/>
                </a:solidFill>
              </a:ln>
            </p:spPr>
            <p:style>
              <a:lnRef idx="1">
                <a:schemeClr val="accent1"/>
              </a:lnRef>
              <a:fillRef idx="0">
                <a:schemeClr val="accent1"/>
              </a:fillRef>
              <a:effectRef idx="0">
                <a:schemeClr val="accent1"/>
              </a:effectRef>
              <a:fontRef idx="minor">
                <a:schemeClr val="tx1"/>
              </a:fontRef>
            </p:style>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cs"/>
                </a:endParaRPr>
              </a:p>
            </p:txBody>
          </p:sp>
          <p:sp>
            <p:nvSpPr>
              <p:cNvPr id="80" name="弧形 79"/>
              <p:cNvSpPr/>
              <p:nvPr/>
            </p:nvSpPr>
            <p:spPr>
              <a:xfrm>
                <a:off x="1805705" y="1857039"/>
                <a:ext cx="841650" cy="162402"/>
              </a:xfrm>
              <a:prstGeom prst="arc">
                <a:avLst>
                  <a:gd name="adj1" fmla="val 16200000"/>
                  <a:gd name="adj2" fmla="val 5214362"/>
                </a:avLst>
              </a:prstGeom>
              <a:ln>
                <a:solidFill>
                  <a:srgbClr val="003300"/>
                </a:solidFill>
              </a:ln>
            </p:spPr>
            <p:style>
              <a:lnRef idx="1">
                <a:schemeClr val="accent1"/>
              </a:lnRef>
              <a:fillRef idx="0">
                <a:schemeClr val="accent1"/>
              </a:fillRef>
              <a:effectRef idx="0">
                <a:schemeClr val="accent1"/>
              </a:effectRef>
              <a:fontRef idx="minor">
                <a:schemeClr val="tx1"/>
              </a:fontRef>
            </p:style>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cs"/>
                </a:endParaRPr>
              </a:p>
            </p:txBody>
          </p:sp>
          <p:sp>
            <p:nvSpPr>
              <p:cNvPr id="81" name="弧形 80"/>
              <p:cNvSpPr/>
              <p:nvPr/>
            </p:nvSpPr>
            <p:spPr>
              <a:xfrm>
                <a:off x="1812032" y="2023306"/>
                <a:ext cx="841653" cy="162402"/>
              </a:xfrm>
              <a:prstGeom prst="arc">
                <a:avLst>
                  <a:gd name="adj1" fmla="val 16200000"/>
                  <a:gd name="adj2" fmla="val 5214362"/>
                </a:avLst>
              </a:prstGeom>
              <a:ln>
                <a:solidFill>
                  <a:srgbClr val="003300"/>
                </a:solidFill>
              </a:ln>
            </p:spPr>
            <p:style>
              <a:lnRef idx="1">
                <a:schemeClr val="accent1"/>
              </a:lnRef>
              <a:fillRef idx="0">
                <a:schemeClr val="accent1"/>
              </a:fillRef>
              <a:effectRef idx="0">
                <a:schemeClr val="accent1"/>
              </a:effectRef>
              <a:fontRef idx="minor">
                <a:schemeClr val="tx1"/>
              </a:fontRef>
            </p:style>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cs"/>
                </a:endParaRPr>
              </a:p>
            </p:txBody>
          </p:sp>
          <p:sp>
            <p:nvSpPr>
              <p:cNvPr id="82" name="弧形 81"/>
              <p:cNvSpPr/>
              <p:nvPr/>
            </p:nvSpPr>
            <p:spPr>
              <a:xfrm>
                <a:off x="1812032" y="2189575"/>
                <a:ext cx="841653" cy="162402"/>
              </a:xfrm>
              <a:prstGeom prst="arc">
                <a:avLst>
                  <a:gd name="adj1" fmla="val 16200000"/>
                  <a:gd name="adj2" fmla="val 5214362"/>
                </a:avLst>
              </a:prstGeom>
              <a:ln>
                <a:solidFill>
                  <a:srgbClr val="003300"/>
                </a:solidFill>
              </a:ln>
            </p:spPr>
            <p:style>
              <a:lnRef idx="1">
                <a:schemeClr val="accent1"/>
              </a:lnRef>
              <a:fillRef idx="0">
                <a:schemeClr val="accent1"/>
              </a:fillRef>
              <a:effectRef idx="0">
                <a:schemeClr val="accent1"/>
              </a:effectRef>
              <a:fontRef idx="minor">
                <a:schemeClr val="tx1"/>
              </a:fontRef>
            </p:style>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cs"/>
                </a:endParaRPr>
              </a:p>
            </p:txBody>
          </p:sp>
          <p:sp>
            <p:nvSpPr>
              <p:cNvPr id="83" name="弧形 82"/>
              <p:cNvSpPr/>
              <p:nvPr/>
            </p:nvSpPr>
            <p:spPr>
              <a:xfrm>
                <a:off x="1812032" y="2359710"/>
                <a:ext cx="841653" cy="162402"/>
              </a:xfrm>
              <a:prstGeom prst="arc">
                <a:avLst>
                  <a:gd name="adj1" fmla="val 16200000"/>
                  <a:gd name="adj2" fmla="val 5214362"/>
                </a:avLst>
              </a:prstGeom>
              <a:ln>
                <a:solidFill>
                  <a:srgbClr val="003300"/>
                </a:solidFill>
              </a:ln>
            </p:spPr>
            <p:style>
              <a:lnRef idx="1">
                <a:schemeClr val="accent1"/>
              </a:lnRef>
              <a:fillRef idx="0">
                <a:schemeClr val="accent1"/>
              </a:fillRef>
              <a:effectRef idx="0">
                <a:schemeClr val="accent1"/>
              </a:effectRef>
              <a:fontRef idx="minor">
                <a:schemeClr val="tx1"/>
              </a:fontRef>
            </p:style>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cs"/>
                </a:endParaRPr>
              </a:p>
            </p:txBody>
          </p:sp>
          <p:sp>
            <p:nvSpPr>
              <p:cNvPr id="84" name="任意多边形 83"/>
              <p:cNvSpPr/>
              <p:nvPr/>
            </p:nvSpPr>
            <p:spPr>
              <a:xfrm>
                <a:off x="2204380" y="302624"/>
                <a:ext cx="215159" cy="224269"/>
              </a:xfrm>
              <a:custGeom>
                <a:avLst/>
                <a:gdLst>
                  <a:gd name="connsiteX0" fmla="*/ 0 w 219693"/>
                  <a:gd name="connsiteY0" fmla="*/ 225632 h 225632"/>
                  <a:gd name="connsiteX1" fmla="*/ 219693 w 219693"/>
                  <a:gd name="connsiteY1" fmla="*/ 178130 h 225632"/>
                  <a:gd name="connsiteX2" fmla="*/ 219693 w 219693"/>
                  <a:gd name="connsiteY2" fmla="*/ 0 h 225632"/>
                </a:gdLst>
                <a:ahLst/>
                <a:cxnLst>
                  <a:cxn ang="0">
                    <a:pos x="connsiteX0" y="connsiteY0"/>
                  </a:cxn>
                  <a:cxn ang="0">
                    <a:pos x="connsiteX1" y="connsiteY1"/>
                  </a:cxn>
                  <a:cxn ang="0">
                    <a:pos x="connsiteX2" y="connsiteY2"/>
                  </a:cxn>
                </a:cxnLst>
                <a:rect l="l" t="t" r="r" b="b"/>
                <a:pathLst>
                  <a:path w="219693" h="225632">
                    <a:moveTo>
                      <a:pt x="0" y="225632"/>
                    </a:moveTo>
                    <a:lnTo>
                      <a:pt x="219693" y="178130"/>
                    </a:lnTo>
                    <a:lnTo>
                      <a:pt x="219693" y="0"/>
                    </a:lnTo>
                  </a:path>
                </a:pathLst>
              </a:custGeom>
              <a:noFill/>
              <a:ln>
                <a:solidFill>
                  <a:srgbClr val="0033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lt1"/>
                  </a:solidFill>
                  <a:effectLst/>
                  <a:uLnTx/>
                  <a:uFillTx/>
                  <a:latin typeface="+mn-lt"/>
                  <a:ea typeface="+mn-ea"/>
                  <a:cs typeface="+mn-cs"/>
                </a:endParaRPr>
              </a:p>
            </p:txBody>
          </p:sp>
          <p:sp>
            <p:nvSpPr>
              <p:cNvPr id="85" name="任意多边形 84"/>
              <p:cNvSpPr/>
              <p:nvPr/>
            </p:nvSpPr>
            <p:spPr>
              <a:xfrm>
                <a:off x="2229693" y="2529845"/>
                <a:ext cx="189846" cy="402137"/>
              </a:xfrm>
              <a:custGeom>
                <a:avLst/>
                <a:gdLst>
                  <a:gd name="connsiteX0" fmla="*/ 0 w 184067"/>
                  <a:gd name="connsiteY0" fmla="*/ 0 h 403761"/>
                  <a:gd name="connsiteX1" fmla="*/ 184067 w 184067"/>
                  <a:gd name="connsiteY1" fmla="*/ 184067 h 403761"/>
                  <a:gd name="connsiteX2" fmla="*/ 184067 w 184067"/>
                  <a:gd name="connsiteY2" fmla="*/ 403761 h 403761"/>
                </a:gdLst>
                <a:ahLst/>
                <a:cxnLst>
                  <a:cxn ang="0">
                    <a:pos x="connsiteX0" y="connsiteY0"/>
                  </a:cxn>
                  <a:cxn ang="0">
                    <a:pos x="connsiteX1" y="connsiteY1"/>
                  </a:cxn>
                  <a:cxn ang="0">
                    <a:pos x="connsiteX2" y="connsiteY2"/>
                  </a:cxn>
                </a:cxnLst>
                <a:rect l="l" t="t" r="r" b="b"/>
                <a:pathLst>
                  <a:path w="184067" h="403761">
                    <a:moveTo>
                      <a:pt x="0" y="0"/>
                    </a:moveTo>
                    <a:lnTo>
                      <a:pt x="184067" y="184067"/>
                    </a:lnTo>
                    <a:lnTo>
                      <a:pt x="184067" y="403761"/>
                    </a:lnTo>
                  </a:path>
                </a:pathLst>
              </a:custGeom>
              <a:noFill/>
              <a:ln>
                <a:solidFill>
                  <a:srgbClr val="0033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lt1"/>
                  </a:solidFill>
                  <a:effectLst/>
                  <a:uLnTx/>
                  <a:uFillTx/>
                  <a:latin typeface="+mn-lt"/>
                  <a:ea typeface="+mn-ea"/>
                  <a:cs typeface="+mn-cs"/>
                </a:endParaRPr>
              </a:p>
            </p:txBody>
          </p:sp>
        </p:grpSp>
        <p:cxnSp>
          <p:nvCxnSpPr>
            <p:cNvPr id="12" name="直接连接符 11"/>
            <p:cNvCxnSpPr/>
            <p:nvPr/>
          </p:nvCxnSpPr>
          <p:spPr>
            <a:xfrm>
              <a:off x="1585760" y="1958922"/>
              <a:ext cx="0" cy="827149"/>
            </a:xfrm>
            <a:prstGeom prst="line">
              <a:avLst/>
            </a:prstGeom>
            <a:ln w="19050">
              <a:solidFill>
                <a:srgbClr val="003300"/>
              </a:solidFill>
            </a:ln>
          </p:spPr>
          <p:style>
            <a:lnRef idx="1">
              <a:schemeClr val="accent1"/>
            </a:lnRef>
            <a:fillRef idx="0">
              <a:schemeClr val="accent1"/>
            </a:fillRef>
            <a:effectRef idx="0">
              <a:schemeClr val="accent1"/>
            </a:effectRef>
            <a:fontRef idx="minor">
              <a:schemeClr val="tx1"/>
            </a:fontRef>
          </p:style>
        </p:cxnSp>
        <p:grpSp>
          <p:nvGrpSpPr>
            <p:cNvPr id="15372" name="组合 88"/>
            <p:cNvGrpSpPr/>
            <p:nvPr/>
          </p:nvGrpSpPr>
          <p:grpSpPr>
            <a:xfrm flipH="1">
              <a:off x="1620558" y="1875722"/>
              <a:ext cx="216000" cy="1080000"/>
              <a:chOff x="1792750" y="302821"/>
              <a:chExt cx="860963" cy="2630384"/>
            </a:xfrm>
          </p:grpSpPr>
          <p:sp>
            <p:nvSpPr>
              <p:cNvPr id="90" name="弧形 89"/>
              <p:cNvSpPr/>
              <p:nvPr/>
            </p:nvSpPr>
            <p:spPr>
              <a:xfrm>
                <a:off x="1792559" y="528658"/>
                <a:ext cx="841653" cy="162402"/>
              </a:xfrm>
              <a:prstGeom prst="arc">
                <a:avLst>
                  <a:gd name="adj1" fmla="val 16200000"/>
                  <a:gd name="adj2" fmla="val 5214362"/>
                </a:avLst>
              </a:prstGeom>
              <a:ln>
                <a:solidFill>
                  <a:srgbClr val="003300"/>
                </a:solidFill>
              </a:ln>
            </p:spPr>
            <p:style>
              <a:lnRef idx="1">
                <a:schemeClr val="accent1"/>
              </a:lnRef>
              <a:fillRef idx="0">
                <a:schemeClr val="accent1"/>
              </a:fillRef>
              <a:effectRef idx="0">
                <a:schemeClr val="accent1"/>
              </a:effectRef>
              <a:fontRef idx="minor">
                <a:schemeClr val="tx1"/>
              </a:fontRef>
            </p:style>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cs"/>
                </a:endParaRPr>
              </a:p>
            </p:txBody>
          </p:sp>
          <p:sp>
            <p:nvSpPr>
              <p:cNvPr id="91" name="弧形 90"/>
              <p:cNvSpPr/>
              <p:nvPr/>
            </p:nvSpPr>
            <p:spPr>
              <a:xfrm>
                <a:off x="1792559" y="698793"/>
                <a:ext cx="841653" cy="162402"/>
              </a:xfrm>
              <a:prstGeom prst="arc">
                <a:avLst>
                  <a:gd name="adj1" fmla="val 16200000"/>
                  <a:gd name="adj2" fmla="val 5214362"/>
                </a:avLst>
              </a:prstGeom>
              <a:ln>
                <a:solidFill>
                  <a:srgbClr val="003300"/>
                </a:solidFill>
              </a:ln>
            </p:spPr>
            <p:style>
              <a:lnRef idx="1">
                <a:schemeClr val="accent1"/>
              </a:lnRef>
              <a:fillRef idx="0">
                <a:schemeClr val="accent1"/>
              </a:fillRef>
              <a:effectRef idx="0">
                <a:schemeClr val="accent1"/>
              </a:effectRef>
              <a:fontRef idx="minor">
                <a:schemeClr val="tx1"/>
              </a:fontRef>
            </p:style>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cs"/>
                </a:endParaRPr>
              </a:p>
            </p:txBody>
          </p:sp>
          <p:sp>
            <p:nvSpPr>
              <p:cNvPr id="92" name="弧形 91"/>
              <p:cNvSpPr/>
              <p:nvPr/>
            </p:nvSpPr>
            <p:spPr>
              <a:xfrm>
                <a:off x="1811545" y="853462"/>
                <a:ext cx="841650" cy="162402"/>
              </a:xfrm>
              <a:prstGeom prst="arc">
                <a:avLst>
                  <a:gd name="adj1" fmla="val 16200000"/>
                  <a:gd name="adj2" fmla="val 5214362"/>
                </a:avLst>
              </a:prstGeom>
              <a:ln>
                <a:solidFill>
                  <a:srgbClr val="003300"/>
                </a:solidFill>
              </a:ln>
            </p:spPr>
            <p:style>
              <a:lnRef idx="1">
                <a:schemeClr val="accent1"/>
              </a:lnRef>
              <a:fillRef idx="0">
                <a:schemeClr val="accent1"/>
              </a:fillRef>
              <a:effectRef idx="0">
                <a:schemeClr val="accent1"/>
              </a:effectRef>
              <a:fontRef idx="minor">
                <a:schemeClr val="tx1"/>
              </a:fontRef>
            </p:style>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cs"/>
                </a:endParaRPr>
              </a:p>
            </p:txBody>
          </p:sp>
          <p:sp>
            <p:nvSpPr>
              <p:cNvPr id="93" name="弧形 92"/>
              <p:cNvSpPr/>
              <p:nvPr/>
            </p:nvSpPr>
            <p:spPr>
              <a:xfrm>
                <a:off x="1805215" y="1023597"/>
                <a:ext cx="841653" cy="158536"/>
              </a:xfrm>
              <a:prstGeom prst="arc">
                <a:avLst>
                  <a:gd name="adj1" fmla="val 16200000"/>
                  <a:gd name="adj2" fmla="val 5214362"/>
                </a:avLst>
              </a:prstGeom>
              <a:ln>
                <a:solidFill>
                  <a:srgbClr val="003300"/>
                </a:solidFill>
              </a:ln>
            </p:spPr>
            <p:style>
              <a:lnRef idx="1">
                <a:schemeClr val="accent1"/>
              </a:lnRef>
              <a:fillRef idx="0">
                <a:schemeClr val="accent1"/>
              </a:fillRef>
              <a:effectRef idx="0">
                <a:schemeClr val="accent1"/>
              </a:effectRef>
              <a:fontRef idx="minor">
                <a:schemeClr val="tx1"/>
              </a:fontRef>
            </p:style>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cs"/>
                </a:endParaRPr>
              </a:p>
            </p:txBody>
          </p:sp>
          <p:sp>
            <p:nvSpPr>
              <p:cNvPr id="94" name="弧形 93"/>
              <p:cNvSpPr/>
              <p:nvPr/>
            </p:nvSpPr>
            <p:spPr>
              <a:xfrm>
                <a:off x="1805215" y="1189866"/>
                <a:ext cx="841653" cy="162402"/>
              </a:xfrm>
              <a:prstGeom prst="arc">
                <a:avLst>
                  <a:gd name="adj1" fmla="val 16200000"/>
                  <a:gd name="adj2" fmla="val 5214362"/>
                </a:avLst>
              </a:prstGeom>
              <a:ln>
                <a:solidFill>
                  <a:srgbClr val="003300"/>
                </a:solidFill>
              </a:ln>
            </p:spPr>
            <p:style>
              <a:lnRef idx="1">
                <a:schemeClr val="accent1"/>
              </a:lnRef>
              <a:fillRef idx="0">
                <a:schemeClr val="accent1"/>
              </a:fillRef>
              <a:effectRef idx="0">
                <a:schemeClr val="accent1"/>
              </a:effectRef>
              <a:fontRef idx="minor">
                <a:schemeClr val="tx1"/>
              </a:fontRef>
            </p:style>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cs"/>
                </a:endParaRPr>
              </a:p>
            </p:txBody>
          </p:sp>
          <p:sp>
            <p:nvSpPr>
              <p:cNvPr id="95" name="弧形 94"/>
              <p:cNvSpPr/>
              <p:nvPr/>
            </p:nvSpPr>
            <p:spPr>
              <a:xfrm>
                <a:off x="1805215" y="1352268"/>
                <a:ext cx="841653" cy="162402"/>
              </a:xfrm>
              <a:prstGeom prst="arc">
                <a:avLst>
                  <a:gd name="adj1" fmla="val 16200000"/>
                  <a:gd name="adj2" fmla="val 5214362"/>
                </a:avLst>
              </a:prstGeom>
              <a:ln>
                <a:solidFill>
                  <a:srgbClr val="003300"/>
                </a:solidFill>
              </a:ln>
            </p:spPr>
            <p:style>
              <a:lnRef idx="1">
                <a:schemeClr val="accent1"/>
              </a:lnRef>
              <a:fillRef idx="0">
                <a:schemeClr val="accent1"/>
              </a:fillRef>
              <a:effectRef idx="0">
                <a:schemeClr val="accent1"/>
              </a:effectRef>
              <a:fontRef idx="minor">
                <a:schemeClr val="tx1"/>
              </a:fontRef>
            </p:style>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cs"/>
                </a:endParaRPr>
              </a:p>
            </p:txBody>
          </p:sp>
          <p:sp>
            <p:nvSpPr>
              <p:cNvPr id="96" name="弧形 95"/>
              <p:cNvSpPr/>
              <p:nvPr/>
            </p:nvSpPr>
            <p:spPr>
              <a:xfrm>
                <a:off x="1805215" y="1522403"/>
                <a:ext cx="841653" cy="162402"/>
              </a:xfrm>
              <a:prstGeom prst="arc">
                <a:avLst>
                  <a:gd name="adj1" fmla="val 16200000"/>
                  <a:gd name="adj2" fmla="val 5214362"/>
                </a:avLst>
              </a:prstGeom>
              <a:ln>
                <a:solidFill>
                  <a:srgbClr val="003300"/>
                </a:solidFill>
              </a:ln>
            </p:spPr>
            <p:style>
              <a:lnRef idx="1">
                <a:schemeClr val="accent1"/>
              </a:lnRef>
              <a:fillRef idx="0">
                <a:schemeClr val="accent1"/>
              </a:fillRef>
              <a:effectRef idx="0">
                <a:schemeClr val="accent1"/>
              </a:effectRef>
              <a:fontRef idx="minor">
                <a:schemeClr val="tx1"/>
              </a:fontRef>
            </p:style>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cs"/>
                </a:endParaRPr>
              </a:p>
            </p:txBody>
          </p:sp>
          <p:sp>
            <p:nvSpPr>
              <p:cNvPr id="97" name="弧形 96"/>
              <p:cNvSpPr/>
              <p:nvPr/>
            </p:nvSpPr>
            <p:spPr>
              <a:xfrm>
                <a:off x="1805215" y="1688670"/>
                <a:ext cx="841653" cy="162402"/>
              </a:xfrm>
              <a:prstGeom prst="arc">
                <a:avLst>
                  <a:gd name="adj1" fmla="val 16200000"/>
                  <a:gd name="adj2" fmla="val 5214362"/>
                </a:avLst>
              </a:prstGeom>
              <a:ln>
                <a:solidFill>
                  <a:srgbClr val="003300"/>
                </a:solidFill>
              </a:ln>
            </p:spPr>
            <p:style>
              <a:lnRef idx="1">
                <a:schemeClr val="accent1"/>
              </a:lnRef>
              <a:fillRef idx="0">
                <a:schemeClr val="accent1"/>
              </a:fillRef>
              <a:effectRef idx="0">
                <a:schemeClr val="accent1"/>
              </a:effectRef>
              <a:fontRef idx="minor">
                <a:schemeClr val="tx1"/>
              </a:fontRef>
            </p:style>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cs"/>
                </a:endParaRPr>
              </a:p>
            </p:txBody>
          </p:sp>
          <p:sp>
            <p:nvSpPr>
              <p:cNvPr id="98" name="弧形 97"/>
              <p:cNvSpPr/>
              <p:nvPr/>
            </p:nvSpPr>
            <p:spPr>
              <a:xfrm>
                <a:off x="1805215" y="1858805"/>
                <a:ext cx="841653" cy="162402"/>
              </a:xfrm>
              <a:prstGeom prst="arc">
                <a:avLst>
                  <a:gd name="adj1" fmla="val 16200000"/>
                  <a:gd name="adj2" fmla="val 5214362"/>
                </a:avLst>
              </a:prstGeom>
              <a:ln>
                <a:solidFill>
                  <a:srgbClr val="003300"/>
                </a:solidFill>
              </a:ln>
            </p:spPr>
            <p:style>
              <a:lnRef idx="1">
                <a:schemeClr val="accent1"/>
              </a:lnRef>
              <a:fillRef idx="0">
                <a:schemeClr val="accent1"/>
              </a:fillRef>
              <a:effectRef idx="0">
                <a:schemeClr val="accent1"/>
              </a:effectRef>
              <a:fontRef idx="minor">
                <a:schemeClr val="tx1"/>
              </a:fontRef>
            </p:style>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cs"/>
                </a:endParaRPr>
              </a:p>
            </p:txBody>
          </p:sp>
          <p:sp>
            <p:nvSpPr>
              <p:cNvPr id="99" name="弧形 98"/>
              <p:cNvSpPr/>
              <p:nvPr/>
            </p:nvSpPr>
            <p:spPr>
              <a:xfrm>
                <a:off x="1811545" y="2025074"/>
                <a:ext cx="841650" cy="162402"/>
              </a:xfrm>
              <a:prstGeom prst="arc">
                <a:avLst>
                  <a:gd name="adj1" fmla="val 16200000"/>
                  <a:gd name="adj2" fmla="val 5214362"/>
                </a:avLst>
              </a:prstGeom>
              <a:ln>
                <a:solidFill>
                  <a:srgbClr val="003300"/>
                </a:solidFill>
              </a:ln>
            </p:spPr>
            <p:style>
              <a:lnRef idx="1">
                <a:schemeClr val="accent1"/>
              </a:lnRef>
              <a:fillRef idx="0">
                <a:schemeClr val="accent1"/>
              </a:fillRef>
              <a:effectRef idx="0">
                <a:schemeClr val="accent1"/>
              </a:effectRef>
              <a:fontRef idx="minor">
                <a:schemeClr val="tx1"/>
              </a:fontRef>
            </p:style>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cs"/>
                </a:endParaRPr>
              </a:p>
            </p:txBody>
          </p:sp>
          <p:sp>
            <p:nvSpPr>
              <p:cNvPr id="100" name="弧形 99"/>
              <p:cNvSpPr/>
              <p:nvPr/>
            </p:nvSpPr>
            <p:spPr>
              <a:xfrm>
                <a:off x="1811545" y="2191341"/>
                <a:ext cx="841650" cy="162402"/>
              </a:xfrm>
              <a:prstGeom prst="arc">
                <a:avLst>
                  <a:gd name="adj1" fmla="val 16200000"/>
                  <a:gd name="adj2" fmla="val 5214362"/>
                </a:avLst>
              </a:prstGeom>
              <a:ln>
                <a:solidFill>
                  <a:srgbClr val="003300"/>
                </a:solidFill>
              </a:ln>
            </p:spPr>
            <p:style>
              <a:lnRef idx="1">
                <a:schemeClr val="accent1"/>
              </a:lnRef>
              <a:fillRef idx="0">
                <a:schemeClr val="accent1"/>
              </a:fillRef>
              <a:effectRef idx="0">
                <a:schemeClr val="accent1"/>
              </a:effectRef>
              <a:fontRef idx="minor">
                <a:schemeClr val="tx1"/>
              </a:fontRef>
            </p:style>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cs"/>
                </a:endParaRPr>
              </a:p>
            </p:txBody>
          </p:sp>
          <p:sp>
            <p:nvSpPr>
              <p:cNvPr id="101" name="弧形 100"/>
              <p:cNvSpPr/>
              <p:nvPr/>
            </p:nvSpPr>
            <p:spPr>
              <a:xfrm>
                <a:off x="1811545" y="2361476"/>
                <a:ext cx="841650" cy="162402"/>
              </a:xfrm>
              <a:prstGeom prst="arc">
                <a:avLst>
                  <a:gd name="adj1" fmla="val 16200000"/>
                  <a:gd name="adj2" fmla="val 5214362"/>
                </a:avLst>
              </a:prstGeom>
              <a:ln>
                <a:solidFill>
                  <a:srgbClr val="003300"/>
                </a:solidFill>
              </a:ln>
            </p:spPr>
            <p:style>
              <a:lnRef idx="1">
                <a:schemeClr val="accent1"/>
              </a:lnRef>
              <a:fillRef idx="0">
                <a:schemeClr val="accent1"/>
              </a:fillRef>
              <a:effectRef idx="0">
                <a:schemeClr val="accent1"/>
              </a:effectRef>
              <a:fontRef idx="minor">
                <a:schemeClr val="tx1"/>
              </a:fontRef>
            </p:style>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cs"/>
                </a:endParaRPr>
              </a:p>
            </p:txBody>
          </p:sp>
          <p:sp>
            <p:nvSpPr>
              <p:cNvPr id="102" name="任意多边形 101"/>
              <p:cNvSpPr/>
              <p:nvPr/>
            </p:nvSpPr>
            <p:spPr>
              <a:xfrm>
                <a:off x="2203894" y="304390"/>
                <a:ext cx="215159" cy="224269"/>
              </a:xfrm>
              <a:custGeom>
                <a:avLst/>
                <a:gdLst>
                  <a:gd name="connsiteX0" fmla="*/ 0 w 219693"/>
                  <a:gd name="connsiteY0" fmla="*/ 225632 h 225632"/>
                  <a:gd name="connsiteX1" fmla="*/ 219693 w 219693"/>
                  <a:gd name="connsiteY1" fmla="*/ 178130 h 225632"/>
                  <a:gd name="connsiteX2" fmla="*/ 219693 w 219693"/>
                  <a:gd name="connsiteY2" fmla="*/ 0 h 225632"/>
                </a:gdLst>
                <a:ahLst/>
                <a:cxnLst>
                  <a:cxn ang="0">
                    <a:pos x="connsiteX0" y="connsiteY0"/>
                  </a:cxn>
                  <a:cxn ang="0">
                    <a:pos x="connsiteX1" y="connsiteY1"/>
                  </a:cxn>
                  <a:cxn ang="0">
                    <a:pos x="connsiteX2" y="connsiteY2"/>
                  </a:cxn>
                </a:cxnLst>
                <a:rect l="l" t="t" r="r" b="b"/>
                <a:pathLst>
                  <a:path w="219693" h="225632">
                    <a:moveTo>
                      <a:pt x="0" y="225632"/>
                    </a:moveTo>
                    <a:lnTo>
                      <a:pt x="219693" y="178130"/>
                    </a:lnTo>
                    <a:lnTo>
                      <a:pt x="219693" y="0"/>
                    </a:lnTo>
                  </a:path>
                </a:pathLst>
              </a:custGeom>
              <a:noFill/>
              <a:ln>
                <a:solidFill>
                  <a:srgbClr val="0033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lt1"/>
                  </a:solidFill>
                  <a:effectLst/>
                  <a:uLnTx/>
                  <a:uFillTx/>
                  <a:latin typeface="+mn-lt"/>
                  <a:ea typeface="+mn-ea"/>
                  <a:cs typeface="+mn-cs"/>
                </a:endParaRPr>
              </a:p>
            </p:txBody>
          </p:sp>
          <p:sp>
            <p:nvSpPr>
              <p:cNvPr id="103" name="任意多边形 102"/>
              <p:cNvSpPr/>
              <p:nvPr/>
            </p:nvSpPr>
            <p:spPr>
              <a:xfrm>
                <a:off x="2229207" y="2531611"/>
                <a:ext cx="189846" cy="402137"/>
              </a:xfrm>
              <a:custGeom>
                <a:avLst/>
                <a:gdLst>
                  <a:gd name="connsiteX0" fmla="*/ 0 w 184067"/>
                  <a:gd name="connsiteY0" fmla="*/ 0 h 403761"/>
                  <a:gd name="connsiteX1" fmla="*/ 184067 w 184067"/>
                  <a:gd name="connsiteY1" fmla="*/ 184067 h 403761"/>
                  <a:gd name="connsiteX2" fmla="*/ 184067 w 184067"/>
                  <a:gd name="connsiteY2" fmla="*/ 403761 h 403761"/>
                </a:gdLst>
                <a:ahLst/>
                <a:cxnLst>
                  <a:cxn ang="0">
                    <a:pos x="connsiteX0" y="connsiteY0"/>
                  </a:cxn>
                  <a:cxn ang="0">
                    <a:pos x="connsiteX1" y="connsiteY1"/>
                  </a:cxn>
                  <a:cxn ang="0">
                    <a:pos x="connsiteX2" y="connsiteY2"/>
                  </a:cxn>
                </a:cxnLst>
                <a:rect l="l" t="t" r="r" b="b"/>
                <a:pathLst>
                  <a:path w="184067" h="403761">
                    <a:moveTo>
                      <a:pt x="0" y="0"/>
                    </a:moveTo>
                    <a:lnTo>
                      <a:pt x="184067" y="184067"/>
                    </a:lnTo>
                    <a:lnTo>
                      <a:pt x="184067" y="403761"/>
                    </a:lnTo>
                  </a:path>
                </a:pathLst>
              </a:custGeom>
              <a:noFill/>
              <a:ln>
                <a:solidFill>
                  <a:srgbClr val="0033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lt1"/>
                  </a:solidFill>
                  <a:effectLst/>
                  <a:uLnTx/>
                  <a:uFillTx/>
                  <a:latin typeface="+mn-lt"/>
                  <a:ea typeface="+mn-ea"/>
                  <a:cs typeface="+mn-cs"/>
                </a:endParaRPr>
              </a:p>
            </p:txBody>
          </p:sp>
        </p:grpSp>
        <p:grpSp>
          <p:nvGrpSpPr>
            <p:cNvPr id="15373" name="组合 106"/>
            <p:cNvGrpSpPr/>
            <p:nvPr/>
          </p:nvGrpSpPr>
          <p:grpSpPr>
            <a:xfrm>
              <a:off x="2244896" y="1967459"/>
              <a:ext cx="1224000" cy="1224000"/>
              <a:chOff x="2265294" y="1361903"/>
              <a:chExt cx="1273547" cy="1241779"/>
            </a:xfrm>
          </p:grpSpPr>
          <p:sp>
            <p:nvSpPr>
              <p:cNvPr id="41" name="菱形 40"/>
              <p:cNvSpPr/>
              <p:nvPr/>
            </p:nvSpPr>
            <p:spPr>
              <a:xfrm>
                <a:off x="2265014" y="1361296"/>
                <a:ext cx="1273614" cy="1241832"/>
              </a:xfrm>
              <a:prstGeom prst="diamond">
                <a:avLst/>
              </a:prstGeom>
              <a:noFill/>
              <a:ln w="19050">
                <a:solidFill>
                  <a:srgbClr val="0033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lt1"/>
                  </a:solidFill>
                  <a:effectLst/>
                  <a:uLnTx/>
                  <a:uFillTx/>
                  <a:latin typeface="+mn-lt"/>
                  <a:ea typeface="+mn-ea"/>
                  <a:cs typeface="+mn-cs"/>
                </a:endParaRPr>
              </a:p>
            </p:txBody>
          </p:sp>
          <p:grpSp>
            <p:nvGrpSpPr>
              <p:cNvPr id="15399" name="组合 105"/>
              <p:cNvGrpSpPr/>
              <p:nvPr/>
            </p:nvGrpSpPr>
            <p:grpSpPr>
              <a:xfrm rot="2700000">
                <a:off x="2563065" y="1571713"/>
                <a:ext cx="119419" cy="139388"/>
                <a:chOff x="2796397" y="2920865"/>
                <a:chExt cx="119419" cy="139388"/>
              </a:xfrm>
            </p:grpSpPr>
            <p:sp>
              <p:nvSpPr>
                <p:cNvPr id="42" name="等腰三角形 41"/>
                <p:cNvSpPr/>
                <p:nvPr/>
              </p:nvSpPr>
              <p:spPr>
                <a:xfrm>
                  <a:off x="2801108" y="2942764"/>
                  <a:ext cx="91809" cy="112329"/>
                </a:xfrm>
                <a:prstGeom prst="triangle">
                  <a:avLst/>
                </a:prstGeom>
                <a:solidFill>
                  <a:srgbClr val="003300"/>
                </a:solidFill>
                <a:ln w="19050">
                  <a:solidFill>
                    <a:srgbClr val="0033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lt1"/>
                    </a:solidFill>
                    <a:effectLst/>
                    <a:uLnTx/>
                    <a:uFillTx/>
                    <a:latin typeface="+mn-lt"/>
                    <a:ea typeface="+mn-ea"/>
                    <a:cs typeface="+mn-cs"/>
                  </a:endParaRPr>
                </a:p>
              </p:txBody>
            </p:sp>
            <p:cxnSp>
              <p:nvCxnSpPr>
                <p:cNvPr id="87" name="直接连接符 86"/>
                <p:cNvCxnSpPr/>
                <p:nvPr/>
              </p:nvCxnSpPr>
              <p:spPr>
                <a:xfrm>
                  <a:off x="2783155" y="2908404"/>
                  <a:ext cx="128854" cy="0"/>
                </a:xfrm>
                <a:prstGeom prst="line">
                  <a:avLst/>
                </a:prstGeom>
                <a:ln w="19050">
                  <a:solidFill>
                    <a:srgbClr val="003300"/>
                  </a:solidFill>
                </a:ln>
              </p:spPr>
              <p:style>
                <a:lnRef idx="1">
                  <a:schemeClr val="accent1"/>
                </a:lnRef>
                <a:fillRef idx="0">
                  <a:schemeClr val="accent1"/>
                </a:fillRef>
                <a:effectRef idx="0">
                  <a:schemeClr val="accent1"/>
                </a:effectRef>
                <a:fontRef idx="minor">
                  <a:schemeClr val="tx1"/>
                </a:fontRef>
              </p:style>
            </p:cxnSp>
          </p:grpSp>
          <p:grpSp>
            <p:nvGrpSpPr>
              <p:cNvPr id="15400" name="组合 110"/>
              <p:cNvGrpSpPr/>
              <p:nvPr/>
            </p:nvGrpSpPr>
            <p:grpSpPr>
              <a:xfrm rot="-2700000" flipV="1">
                <a:off x="3196798" y="1627095"/>
                <a:ext cx="119419" cy="139388"/>
                <a:chOff x="2796397" y="2920865"/>
                <a:chExt cx="119419" cy="139388"/>
              </a:xfrm>
            </p:grpSpPr>
            <p:sp>
              <p:nvSpPr>
                <p:cNvPr id="112" name="等腰三角形 111"/>
                <p:cNvSpPr/>
                <p:nvPr/>
              </p:nvSpPr>
              <p:spPr>
                <a:xfrm>
                  <a:off x="2813750" y="2963063"/>
                  <a:ext cx="83755" cy="104070"/>
                </a:xfrm>
                <a:prstGeom prst="triangle">
                  <a:avLst/>
                </a:prstGeom>
                <a:solidFill>
                  <a:srgbClr val="003300"/>
                </a:solidFill>
                <a:ln w="19050">
                  <a:solidFill>
                    <a:srgbClr val="0033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lt1"/>
                    </a:solidFill>
                    <a:effectLst/>
                    <a:uLnTx/>
                    <a:uFillTx/>
                    <a:latin typeface="+mn-lt"/>
                    <a:ea typeface="+mn-ea"/>
                    <a:cs typeface="+mn-cs"/>
                  </a:endParaRPr>
                </a:p>
              </p:txBody>
            </p:sp>
            <p:cxnSp>
              <p:nvCxnSpPr>
                <p:cNvPr id="113" name="直接连接符 112"/>
                <p:cNvCxnSpPr/>
                <p:nvPr/>
              </p:nvCxnSpPr>
              <p:spPr>
                <a:xfrm>
                  <a:off x="2796601" y="2935086"/>
                  <a:ext cx="119190" cy="0"/>
                </a:xfrm>
                <a:prstGeom prst="line">
                  <a:avLst/>
                </a:prstGeom>
                <a:ln w="19050">
                  <a:solidFill>
                    <a:srgbClr val="003300"/>
                  </a:solidFill>
                </a:ln>
              </p:spPr>
              <p:style>
                <a:lnRef idx="1">
                  <a:schemeClr val="accent1"/>
                </a:lnRef>
                <a:fillRef idx="0">
                  <a:schemeClr val="accent1"/>
                </a:fillRef>
                <a:effectRef idx="0">
                  <a:schemeClr val="accent1"/>
                </a:effectRef>
                <a:fontRef idx="minor">
                  <a:schemeClr val="tx1"/>
                </a:fontRef>
              </p:style>
            </p:cxnSp>
          </p:grpSp>
          <p:grpSp>
            <p:nvGrpSpPr>
              <p:cNvPr id="15401" name="组合 113"/>
              <p:cNvGrpSpPr/>
              <p:nvPr/>
            </p:nvGrpSpPr>
            <p:grpSpPr>
              <a:xfrm rot="-2700000" flipV="1">
                <a:off x="2520843" y="2214701"/>
                <a:ext cx="119419" cy="139388"/>
                <a:chOff x="2796397" y="2920865"/>
                <a:chExt cx="119419" cy="139388"/>
              </a:xfrm>
            </p:grpSpPr>
            <p:sp>
              <p:nvSpPr>
                <p:cNvPr id="115" name="等腰三角形 114"/>
                <p:cNvSpPr/>
                <p:nvPr/>
              </p:nvSpPr>
              <p:spPr>
                <a:xfrm>
                  <a:off x="2813770" y="2956295"/>
                  <a:ext cx="83755" cy="107374"/>
                </a:xfrm>
                <a:prstGeom prst="triangle">
                  <a:avLst/>
                </a:prstGeom>
                <a:solidFill>
                  <a:srgbClr val="003300"/>
                </a:solidFill>
                <a:ln w="19050">
                  <a:solidFill>
                    <a:srgbClr val="0033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lt1"/>
                    </a:solidFill>
                    <a:effectLst/>
                    <a:uLnTx/>
                    <a:uFillTx/>
                    <a:latin typeface="+mn-lt"/>
                    <a:ea typeface="+mn-ea"/>
                    <a:cs typeface="+mn-cs"/>
                  </a:endParaRPr>
                </a:p>
              </p:txBody>
            </p:sp>
            <p:cxnSp>
              <p:nvCxnSpPr>
                <p:cNvPr id="116" name="直接连接符 115"/>
                <p:cNvCxnSpPr/>
                <p:nvPr/>
              </p:nvCxnSpPr>
              <p:spPr>
                <a:xfrm>
                  <a:off x="2796621" y="2929969"/>
                  <a:ext cx="119190" cy="0"/>
                </a:xfrm>
                <a:prstGeom prst="line">
                  <a:avLst/>
                </a:prstGeom>
                <a:ln w="19050">
                  <a:solidFill>
                    <a:srgbClr val="003300"/>
                  </a:solidFill>
                </a:ln>
              </p:spPr>
              <p:style>
                <a:lnRef idx="1">
                  <a:schemeClr val="accent1"/>
                </a:lnRef>
                <a:fillRef idx="0">
                  <a:schemeClr val="accent1"/>
                </a:fillRef>
                <a:effectRef idx="0">
                  <a:schemeClr val="accent1"/>
                </a:effectRef>
                <a:fontRef idx="minor">
                  <a:schemeClr val="tx1"/>
                </a:fontRef>
              </p:style>
            </p:cxnSp>
          </p:grpSp>
          <p:grpSp>
            <p:nvGrpSpPr>
              <p:cNvPr id="15402" name="组合 116"/>
              <p:cNvGrpSpPr/>
              <p:nvPr/>
            </p:nvGrpSpPr>
            <p:grpSpPr>
              <a:xfrm rot="2700000">
                <a:off x="3162411" y="2231593"/>
                <a:ext cx="119419" cy="139388"/>
                <a:chOff x="2796397" y="2920865"/>
                <a:chExt cx="119419" cy="139388"/>
              </a:xfrm>
            </p:grpSpPr>
            <p:sp>
              <p:nvSpPr>
                <p:cNvPr id="118" name="等腰三角形 117"/>
                <p:cNvSpPr/>
                <p:nvPr/>
              </p:nvSpPr>
              <p:spPr>
                <a:xfrm>
                  <a:off x="2796578" y="2959897"/>
                  <a:ext cx="83755" cy="104069"/>
                </a:xfrm>
                <a:prstGeom prst="triangle">
                  <a:avLst/>
                </a:prstGeom>
                <a:solidFill>
                  <a:srgbClr val="003300"/>
                </a:solidFill>
                <a:ln w="19050">
                  <a:solidFill>
                    <a:srgbClr val="0033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lt1"/>
                    </a:solidFill>
                    <a:effectLst/>
                    <a:uLnTx/>
                    <a:uFillTx/>
                    <a:latin typeface="+mn-lt"/>
                    <a:ea typeface="+mn-ea"/>
                    <a:cs typeface="+mn-cs"/>
                  </a:endParaRPr>
                </a:p>
              </p:txBody>
            </p:sp>
            <p:cxnSp>
              <p:nvCxnSpPr>
                <p:cNvPr id="119" name="直接连接符 118"/>
                <p:cNvCxnSpPr/>
                <p:nvPr/>
              </p:nvCxnSpPr>
              <p:spPr>
                <a:xfrm>
                  <a:off x="2782847" y="2921407"/>
                  <a:ext cx="119190" cy="0"/>
                </a:xfrm>
                <a:prstGeom prst="line">
                  <a:avLst/>
                </a:prstGeom>
                <a:ln w="19050">
                  <a:solidFill>
                    <a:srgbClr val="003300"/>
                  </a:solidFill>
                </a:ln>
              </p:spPr>
              <p:style>
                <a:lnRef idx="1">
                  <a:schemeClr val="accent1"/>
                </a:lnRef>
                <a:fillRef idx="0">
                  <a:schemeClr val="accent1"/>
                </a:fillRef>
                <a:effectRef idx="0">
                  <a:schemeClr val="accent1"/>
                </a:effectRef>
                <a:fontRef idx="minor">
                  <a:schemeClr val="tx1"/>
                </a:fontRef>
              </p:style>
            </p:cxnSp>
          </p:grpSp>
        </p:grpSp>
        <p:sp>
          <p:nvSpPr>
            <p:cNvPr id="110" name="任意多边形 109"/>
            <p:cNvSpPr/>
            <p:nvPr/>
          </p:nvSpPr>
          <p:spPr>
            <a:xfrm>
              <a:off x="1692131" y="2909905"/>
              <a:ext cx="1168497" cy="431832"/>
            </a:xfrm>
            <a:custGeom>
              <a:avLst/>
              <a:gdLst>
                <a:gd name="connsiteX0" fmla="*/ 1120877 w 1120877"/>
                <a:gd name="connsiteY0" fmla="*/ 176981 h 511277"/>
                <a:gd name="connsiteX1" fmla="*/ 1120877 w 1120877"/>
                <a:gd name="connsiteY1" fmla="*/ 511277 h 511277"/>
                <a:gd name="connsiteX2" fmla="*/ 0 w 1120877"/>
                <a:gd name="connsiteY2" fmla="*/ 511277 h 511277"/>
                <a:gd name="connsiteX3" fmla="*/ 0 w 1120877"/>
                <a:gd name="connsiteY3" fmla="*/ 0 h 511277"/>
                <a:gd name="connsiteX0-1" fmla="*/ 1111444 w 1120877"/>
                <a:gd name="connsiteY0-2" fmla="*/ 304801 h 511277"/>
                <a:gd name="connsiteX1-3" fmla="*/ 1120877 w 1120877"/>
                <a:gd name="connsiteY1-4" fmla="*/ 511277 h 511277"/>
                <a:gd name="connsiteX2-5" fmla="*/ 0 w 1120877"/>
                <a:gd name="connsiteY2-6" fmla="*/ 511277 h 511277"/>
                <a:gd name="connsiteX3-7" fmla="*/ 0 w 1120877"/>
                <a:gd name="connsiteY3-8" fmla="*/ 0 h 511277"/>
              </a:gdLst>
              <a:ahLst/>
              <a:cxnLst>
                <a:cxn ang="0">
                  <a:pos x="connsiteX0-1" y="connsiteY0-2"/>
                </a:cxn>
                <a:cxn ang="0">
                  <a:pos x="connsiteX1-3" y="connsiteY1-4"/>
                </a:cxn>
                <a:cxn ang="0">
                  <a:pos x="connsiteX2-5" y="connsiteY2-6"/>
                </a:cxn>
                <a:cxn ang="0">
                  <a:pos x="connsiteX3-7" y="connsiteY3-8"/>
                </a:cxn>
              </a:cxnLst>
              <a:rect l="l" t="t" r="r" b="b"/>
              <a:pathLst>
                <a:path w="1120877" h="511277">
                  <a:moveTo>
                    <a:pt x="1111444" y="304801"/>
                  </a:moveTo>
                  <a:lnTo>
                    <a:pt x="1120877" y="511277"/>
                  </a:lnTo>
                  <a:lnTo>
                    <a:pt x="0" y="511277"/>
                  </a:lnTo>
                  <a:lnTo>
                    <a:pt x="0" y="0"/>
                  </a:lnTo>
                </a:path>
              </a:pathLst>
            </a:custGeom>
            <a:noFill/>
            <a:ln w="19050">
              <a:solidFill>
                <a:srgbClr val="0033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lt1"/>
                </a:solidFill>
                <a:effectLst/>
                <a:uLnTx/>
                <a:uFillTx/>
                <a:latin typeface="+mn-lt"/>
                <a:ea typeface="+mn-ea"/>
                <a:cs typeface="+mn-cs"/>
              </a:endParaRPr>
            </a:p>
          </p:txBody>
        </p:sp>
        <p:sp>
          <p:nvSpPr>
            <p:cNvPr id="120" name="任意多边形 119"/>
            <p:cNvSpPr/>
            <p:nvPr/>
          </p:nvSpPr>
          <p:spPr>
            <a:xfrm>
              <a:off x="1681018" y="1554080"/>
              <a:ext cx="1170084" cy="431832"/>
            </a:xfrm>
            <a:custGeom>
              <a:avLst/>
              <a:gdLst>
                <a:gd name="connsiteX0" fmla="*/ 1170039 w 1170039"/>
                <a:gd name="connsiteY0" fmla="*/ 432619 h 432619"/>
                <a:gd name="connsiteX1" fmla="*/ 1170039 w 1170039"/>
                <a:gd name="connsiteY1" fmla="*/ 0 h 432619"/>
                <a:gd name="connsiteX2" fmla="*/ 0 w 1170039"/>
                <a:gd name="connsiteY2" fmla="*/ 0 h 432619"/>
                <a:gd name="connsiteX3" fmla="*/ 0 w 1170039"/>
                <a:gd name="connsiteY3" fmla="*/ 373626 h 432619"/>
              </a:gdLst>
              <a:ahLst/>
              <a:cxnLst>
                <a:cxn ang="0">
                  <a:pos x="connsiteX0" y="connsiteY0"/>
                </a:cxn>
                <a:cxn ang="0">
                  <a:pos x="connsiteX1" y="connsiteY1"/>
                </a:cxn>
                <a:cxn ang="0">
                  <a:pos x="connsiteX2" y="connsiteY2"/>
                </a:cxn>
                <a:cxn ang="0">
                  <a:pos x="connsiteX3" y="connsiteY3"/>
                </a:cxn>
              </a:cxnLst>
              <a:rect l="l" t="t" r="r" b="b"/>
              <a:pathLst>
                <a:path w="1170039" h="432619">
                  <a:moveTo>
                    <a:pt x="1170039" y="432619"/>
                  </a:moveTo>
                  <a:lnTo>
                    <a:pt x="1170039" y="0"/>
                  </a:lnTo>
                  <a:lnTo>
                    <a:pt x="0" y="0"/>
                  </a:lnTo>
                  <a:lnTo>
                    <a:pt x="0" y="373626"/>
                  </a:lnTo>
                </a:path>
              </a:pathLst>
            </a:custGeom>
            <a:noFill/>
            <a:ln w="19050">
              <a:solidFill>
                <a:srgbClr val="0033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lt1"/>
                </a:solidFill>
                <a:effectLst/>
                <a:uLnTx/>
                <a:uFillTx/>
                <a:latin typeface="+mn-lt"/>
                <a:ea typeface="+mn-ea"/>
                <a:cs typeface="+mn-cs"/>
              </a:endParaRPr>
            </a:p>
          </p:txBody>
        </p:sp>
        <p:sp>
          <p:nvSpPr>
            <p:cNvPr id="123" name="任意多边形 122"/>
            <p:cNvSpPr/>
            <p:nvPr/>
          </p:nvSpPr>
          <p:spPr>
            <a:xfrm>
              <a:off x="2241451" y="2566980"/>
              <a:ext cx="2360808" cy="1051002"/>
            </a:xfrm>
            <a:custGeom>
              <a:avLst/>
              <a:gdLst>
                <a:gd name="connsiteX0" fmla="*/ 0 w 2605548"/>
                <a:gd name="connsiteY0" fmla="*/ 0 h 1052051"/>
                <a:gd name="connsiteX1" fmla="*/ 0 w 2605548"/>
                <a:gd name="connsiteY1" fmla="*/ 1052051 h 1052051"/>
                <a:gd name="connsiteX2" fmla="*/ 2605548 w 2605548"/>
                <a:gd name="connsiteY2" fmla="*/ 1052051 h 1052051"/>
              </a:gdLst>
              <a:ahLst/>
              <a:cxnLst>
                <a:cxn ang="0">
                  <a:pos x="connsiteX0" y="connsiteY0"/>
                </a:cxn>
                <a:cxn ang="0">
                  <a:pos x="connsiteX1" y="connsiteY1"/>
                </a:cxn>
                <a:cxn ang="0">
                  <a:pos x="connsiteX2" y="connsiteY2"/>
                </a:cxn>
              </a:cxnLst>
              <a:rect l="l" t="t" r="r" b="b"/>
              <a:pathLst>
                <a:path w="2605548" h="1052051">
                  <a:moveTo>
                    <a:pt x="0" y="0"/>
                  </a:moveTo>
                  <a:lnTo>
                    <a:pt x="0" y="1052051"/>
                  </a:lnTo>
                  <a:lnTo>
                    <a:pt x="2605548" y="1052051"/>
                  </a:lnTo>
                </a:path>
              </a:pathLst>
            </a:custGeom>
            <a:noFill/>
            <a:ln w="19050">
              <a:solidFill>
                <a:srgbClr val="0033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lt1"/>
                </a:solidFill>
                <a:effectLst/>
                <a:uLnTx/>
                <a:uFillTx/>
                <a:latin typeface="+mn-lt"/>
                <a:ea typeface="+mn-ea"/>
                <a:cs typeface="+mn-cs"/>
              </a:endParaRPr>
            </a:p>
          </p:txBody>
        </p:sp>
        <p:sp>
          <p:nvSpPr>
            <p:cNvPr id="124" name="任意多边形 123"/>
            <p:cNvSpPr/>
            <p:nvPr/>
          </p:nvSpPr>
          <p:spPr>
            <a:xfrm>
              <a:off x="3470278" y="1533441"/>
              <a:ext cx="1131982" cy="2087717"/>
            </a:xfrm>
            <a:custGeom>
              <a:avLst/>
              <a:gdLst>
                <a:gd name="connsiteX0" fmla="*/ 0 w 1563329"/>
                <a:gd name="connsiteY0" fmla="*/ 1042220 h 2104103"/>
                <a:gd name="connsiteX1" fmla="*/ 0 w 1563329"/>
                <a:gd name="connsiteY1" fmla="*/ 0 h 2104103"/>
                <a:gd name="connsiteX2" fmla="*/ 1563329 w 1563329"/>
                <a:gd name="connsiteY2" fmla="*/ 0 h 2104103"/>
                <a:gd name="connsiteX3" fmla="*/ 1563329 w 1563329"/>
                <a:gd name="connsiteY3" fmla="*/ 2104103 h 2104103"/>
                <a:gd name="connsiteX4" fmla="*/ 1288025 w 1563329"/>
                <a:gd name="connsiteY4" fmla="*/ 2104103 h 21041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63329" h="2104103">
                  <a:moveTo>
                    <a:pt x="0" y="1042220"/>
                  </a:moveTo>
                  <a:lnTo>
                    <a:pt x="0" y="0"/>
                  </a:lnTo>
                  <a:lnTo>
                    <a:pt x="1563329" y="0"/>
                  </a:lnTo>
                  <a:lnTo>
                    <a:pt x="1563329" y="2104103"/>
                  </a:lnTo>
                  <a:lnTo>
                    <a:pt x="1288025" y="2104103"/>
                  </a:lnTo>
                </a:path>
              </a:pathLst>
            </a:custGeom>
            <a:noFill/>
            <a:ln w="19050">
              <a:solidFill>
                <a:srgbClr val="0033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lt1"/>
                </a:solidFill>
                <a:effectLst/>
                <a:uLnTx/>
                <a:uFillTx/>
                <a:latin typeface="+mn-lt"/>
                <a:ea typeface="+mn-ea"/>
                <a:cs typeface="+mn-cs"/>
              </a:endParaRPr>
            </a:p>
          </p:txBody>
        </p:sp>
        <p:sp>
          <p:nvSpPr>
            <p:cNvPr id="15360" name="矩形 15359"/>
            <p:cNvSpPr/>
            <p:nvPr/>
          </p:nvSpPr>
          <p:spPr>
            <a:xfrm>
              <a:off x="4553043" y="2211354"/>
              <a:ext cx="114309" cy="600119"/>
            </a:xfrm>
            <a:prstGeom prst="rect">
              <a:avLst/>
            </a:prstGeom>
            <a:solidFill>
              <a:schemeClr val="bg1"/>
            </a:solidFill>
            <a:ln w="19050">
              <a:solidFill>
                <a:srgbClr val="0033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lt1"/>
                </a:solidFill>
                <a:effectLst/>
                <a:uLnTx/>
                <a:uFillTx/>
                <a:latin typeface="+mn-lt"/>
                <a:ea typeface="+mn-ea"/>
                <a:cs typeface="+mn-cs"/>
              </a:endParaRPr>
            </a:p>
          </p:txBody>
        </p:sp>
        <p:cxnSp>
          <p:nvCxnSpPr>
            <p:cNvPr id="15362" name="直接连接符 15361"/>
            <p:cNvCxnSpPr/>
            <p:nvPr/>
          </p:nvCxnSpPr>
          <p:spPr>
            <a:xfrm>
              <a:off x="899903" y="1562018"/>
              <a:ext cx="0" cy="1760668"/>
            </a:xfrm>
            <a:prstGeom prst="line">
              <a:avLst/>
            </a:prstGeom>
            <a:ln>
              <a:solidFill>
                <a:srgbClr val="0070C0"/>
              </a:solidFill>
              <a:prstDash val="dash"/>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35" name="直接连接符 134"/>
            <p:cNvCxnSpPr/>
            <p:nvPr/>
          </p:nvCxnSpPr>
          <p:spPr>
            <a:xfrm>
              <a:off x="2050936" y="1562018"/>
              <a:ext cx="0" cy="1760668"/>
            </a:xfrm>
            <a:prstGeom prst="line">
              <a:avLst/>
            </a:prstGeom>
            <a:ln>
              <a:solidFill>
                <a:srgbClr val="0070C0"/>
              </a:solidFill>
              <a:prstDash val="dash"/>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36" name="直接连接符 135"/>
            <p:cNvCxnSpPr/>
            <p:nvPr/>
          </p:nvCxnSpPr>
          <p:spPr>
            <a:xfrm>
              <a:off x="4140259" y="1544555"/>
              <a:ext cx="0" cy="2052788"/>
            </a:xfrm>
            <a:prstGeom prst="line">
              <a:avLst/>
            </a:prstGeom>
            <a:ln>
              <a:solidFill>
                <a:srgbClr val="0070C0"/>
              </a:solidFill>
              <a:prstDash val="dash"/>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 name="文本框 15362"/>
            <p:cNvSpPr txBox="1"/>
            <p:nvPr/>
          </p:nvSpPr>
          <p:spPr>
            <a:xfrm>
              <a:off x="522047" y="2195984"/>
              <a:ext cx="863061" cy="338554"/>
            </a:xfrm>
            <a:prstGeom prst="rect">
              <a:avLst/>
            </a:prstGeom>
            <a:noFill/>
          </p:spPr>
          <p:txBody>
            <a:bodyPr>
              <a:spAutoFit/>
            </a:bodyPr>
            <a:lstStyle/>
            <a:p>
              <a:pPr marR="0" defTabSz="914400">
                <a:buClrTx/>
                <a:buSzTx/>
                <a:buFontTx/>
                <a:buNone/>
                <a:defRPr/>
              </a:pPr>
              <a:r>
                <a:rPr kumimoji="0" lang="en-US" altLang="zh-CN" sz="1600" b="1" i="1" kern="1200" cap="none" spc="0" normalizeH="0" baseline="0" noProof="0" dirty="0">
                  <a:ln>
                    <a:solidFill>
                      <a:sysClr val="windowText" lastClr="000000"/>
                    </a:solidFill>
                  </a:ln>
                  <a:latin typeface="Times New Roman" panose="02020603050405020304" pitchFamily="18" charset="0"/>
                  <a:ea typeface="华文中宋" panose="02010600040101010101" pitchFamily="2" charset="-122"/>
                  <a:cs typeface="Times New Roman" panose="02020603050405020304" pitchFamily="18" charset="0"/>
                </a:rPr>
                <a:t>V</a:t>
              </a:r>
              <a:r>
                <a:rPr kumimoji="0" lang="en-US" altLang="zh-CN" sz="1600" kern="1200" cap="none" spc="0" normalizeH="0" baseline="-25000" noProof="0" dirty="0">
                  <a:ln>
                    <a:solidFill>
                      <a:sysClr val="windowText" lastClr="000000"/>
                    </a:solidFill>
                  </a:ln>
                  <a:latin typeface="Arial" panose="020B0604020202020204" pitchFamily="34" charset="0"/>
                  <a:ea typeface="华文中宋" panose="02010600040101010101" pitchFamily="2" charset="-122"/>
                  <a:cs typeface="+mn-cs"/>
                </a:rPr>
                <a:t>1</a:t>
              </a:r>
              <a:endParaRPr kumimoji="0" lang="zh-CN" altLang="en-US" sz="1600" kern="1200" cap="none" spc="0" normalizeH="0" baseline="-25000" noProof="0" dirty="0">
                <a:ln>
                  <a:solidFill>
                    <a:sysClr val="windowText" lastClr="000000"/>
                  </a:solidFill>
                </a:ln>
                <a:latin typeface="Arial" panose="020B0604020202020204" pitchFamily="34" charset="0"/>
                <a:ea typeface="华文中宋" panose="02010600040101010101" pitchFamily="2" charset="-122"/>
                <a:cs typeface="+mn-cs"/>
              </a:endParaRPr>
            </a:p>
          </p:txBody>
        </p:sp>
        <p:sp>
          <p:nvSpPr>
            <p:cNvPr id="138" name="文本框 137"/>
            <p:cNvSpPr txBox="1"/>
            <p:nvPr/>
          </p:nvSpPr>
          <p:spPr>
            <a:xfrm>
              <a:off x="1711766" y="2175180"/>
              <a:ext cx="863061" cy="338554"/>
            </a:xfrm>
            <a:prstGeom prst="rect">
              <a:avLst/>
            </a:prstGeom>
            <a:noFill/>
          </p:spPr>
          <p:txBody>
            <a:bodyPr>
              <a:spAutoFit/>
            </a:bodyPr>
            <a:lstStyle/>
            <a:p>
              <a:pPr marR="0" defTabSz="914400">
                <a:buClrTx/>
                <a:buSzTx/>
                <a:buFontTx/>
                <a:buNone/>
                <a:defRPr/>
              </a:pPr>
              <a:r>
                <a:rPr kumimoji="0" lang="en-US" altLang="zh-CN" sz="1600" b="1" i="1" kern="1200" cap="none" spc="0" normalizeH="0" baseline="0" noProof="0" dirty="0">
                  <a:ln>
                    <a:solidFill>
                      <a:sysClr val="windowText" lastClr="000000"/>
                    </a:solidFill>
                  </a:ln>
                  <a:latin typeface="Times New Roman" panose="02020603050405020304" pitchFamily="18" charset="0"/>
                  <a:ea typeface="华文中宋" panose="02010600040101010101" pitchFamily="2" charset="-122"/>
                  <a:cs typeface="Times New Roman" panose="02020603050405020304" pitchFamily="18" charset="0"/>
                </a:rPr>
                <a:t>V</a:t>
              </a:r>
              <a:r>
                <a:rPr kumimoji="0" lang="en-US" altLang="zh-CN" sz="1600" kern="1200" cap="none" spc="0" normalizeH="0" baseline="-25000" noProof="0" dirty="0">
                  <a:ln>
                    <a:solidFill>
                      <a:sysClr val="windowText" lastClr="000000"/>
                    </a:solidFill>
                  </a:ln>
                  <a:latin typeface="Arial" panose="020B0604020202020204" pitchFamily="34" charset="0"/>
                  <a:ea typeface="华文中宋" panose="02010600040101010101" pitchFamily="2" charset="-122"/>
                  <a:cs typeface="+mn-cs"/>
                </a:rPr>
                <a:t>2</a:t>
              </a:r>
              <a:endParaRPr kumimoji="0" lang="zh-CN" altLang="en-US" sz="1600" kern="1200" cap="none" spc="0" normalizeH="0" baseline="-25000" noProof="0" dirty="0">
                <a:ln>
                  <a:solidFill>
                    <a:sysClr val="windowText" lastClr="000000"/>
                  </a:solidFill>
                </a:ln>
                <a:latin typeface="Arial" panose="020B0604020202020204" pitchFamily="34" charset="0"/>
                <a:ea typeface="华文中宋" panose="02010600040101010101" pitchFamily="2" charset="-122"/>
                <a:cs typeface="+mn-cs"/>
              </a:endParaRPr>
            </a:p>
          </p:txBody>
        </p:sp>
        <p:sp>
          <p:nvSpPr>
            <p:cNvPr id="139" name="文本框 138"/>
            <p:cNvSpPr txBox="1"/>
            <p:nvPr/>
          </p:nvSpPr>
          <p:spPr>
            <a:xfrm>
              <a:off x="4080825" y="2233270"/>
              <a:ext cx="863061" cy="338554"/>
            </a:xfrm>
            <a:prstGeom prst="rect">
              <a:avLst/>
            </a:prstGeom>
            <a:noFill/>
          </p:spPr>
          <p:txBody>
            <a:bodyPr>
              <a:spAutoFit/>
            </a:bodyPr>
            <a:lstStyle/>
            <a:p>
              <a:pPr marR="0" defTabSz="914400">
                <a:buClrTx/>
                <a:buSzTx/>
                <a:buFontTx/>
                <a:buNone/>
                <a:defRPr/>
              </a:pPr>
              <a:r>
                <a:rPr kumimoji="0" lang="en-US" altLang="zh-CN" sz="1600" b="1" i="1" kern="1200" cap="none" spc="0" normalizeH="0" baseline="0" noProof="0" dirty="0">
                  <a:ln>
                    <a:solidFill>
                      <a:sysClr val="windowText" lastClr="000000"/>
                    </a:solidFill>
                  </a:ln>
                  <a:latin typeface="Times New Roman" panose="02020603050405020304" pitchFamily="18" charset="0"/>
                  <a:ea typeface="华文中宋" panose="02010600040101010101" pitchFamily="2" charset="-122"/>
                  <a:cs typeface="Times New Roman" panose="02020603050405020304" pitchFamily="18" charset="0"/>
                </a:rPr>
                <a:t>V</a:t>
              </a:r>
              <a:r>
                <a:rPr kumimoji="0" lang="en-US" altLang="zh-CN" sz="1600" kern="1200" cap="none" spc="0" normalizeH="0" baseline="-25000" noProof="0" dirty="0">
                  <a:ln>
                    <a:solidFill>
                      <a:sysClr val="windowText" lastClr="000000"/>
                    </a:solidFill>
                  </a:ln>
                  <a:latin typeface="Arial" panose="020B0604020202020204" pitchFamily="34" charset="0"/>
                  <a:ea typeface="华文中宋" panose="02010600040101010101" pitchFamily="2" charset="-122"/>
                  <a:cs typeface="+mn-cs"/>
                </a:rPr>
                <a:t>0</a:t>
              </a:r>
              <a:endParaRPr kumimoji="0" lang="zh-CN" altLang="en-US" sz="1600" kern="1200" cap="none" spc="0" normalizeH="0" baseline="-25000" noProof="0" dirty="0">
                <a:ln>
                  <a:solidFill>
                    <a:sysClr val="windowText" lastClr="000000"/>
                  </a:solidFill>
                </a:ln>
                <a:latin typeface="Arial" panose="020B0604020202020204" pitchFamily="34" charset="0"/>
                <a:ea typeface="华文中宋" panose="02010600040101010101" pitchFamily="2" charset="-122"/>
                <a:cs typeface="+mn-cs"/>
              </a:endParaRPr>
            </a:p>
          </p:txBody>
        </p:sp>
        <p:sp>
          <p:nvSpPr>
            <p:cNvPr id="140" name="文本框 139"/>
            <p:cNvSpPr txBox="1"/>
            <p:nvPr/>
          </p:nvSpPr>
          <p:spPr>
            <a:xfrm>
              <a:off x="4610808" y="2351163"/>
              <a:ext cx="863061" cy="338554"/>
            </a:xfrm>
            <a:prstGeom prst="rect">
              <a:avLst/>
            </a:prstGeom>
            <a:noFill/>
          </p:spPr>
          <p:txBody>
            <a:bodyPr>
              <a:spAutoFit/>
            </a:bodyPr>
            <a:lstStyle/>
            <a:p>
              <a:pPr marR="0" defTabSz="914400">
                <a:buClrTx/>
                <a:buSzTx/>
                <a:buFontTx/>
                <a:buNone/>
                <a:defRPr/>
              </a:pPr>
              <a:r>
                <a:rPr kumimoji="0" lang="en-US" altLang="zh-CN" sz="1600" b="1" i="1" kern="1200" cap="none" spc="0" normalizeH="0" baseline="0" noProof="0" dirty="0">
                  <a:ln>
                    <a:solidFill>
                      <a:sysClr val="windowText" lastClr="000000"/>
                    </a:solidFill>
                  </a:ln>
                  <a:latin typeface="Times New Roman" panose="02020603050405020304" pitchFamily="18" charset="0"/>
                  <a:ea typeface="华文中宋" panose="02010600040101010101" pitchFamily="2" charset="-122"/>
                  <a:cs typeface="Times New Roman" panose="02020603050405020304" pitchFamily="18" charset="0"/>
                </a:rPr>
                <a:t>R</a:t>
              </a:r>
              <a:r>
                <a:rPr kumimoji="0" lang="en-US" altLang="zh-CN" sz="1600" i="1" kern="1200" cap="none" spc="0" normalizeH="0" baseline="-25000" noProof="0" dirty="0">
                  <a:ln>
                    <a:solidFill>
                      <a:sysClr val="windowText" lastClr="000000"/>
                    </a:solidFill>
                  </a:ln>
                  <a:latin typeface="Times New Roman" panose="02020603050405020304" pitchFamily="18" charset="0"/>
                  <a:ea typeface="华文中宋" panose="02010600040101010101" pitchFamily="2" charset="-122"/>
                  <a:cs typeface="Times New Roman" panose="02020603050405020304" pitchFamily="18" charset="0"/>
                </a:rPr>
                <a:t>L</a:t>
              </a:r>
              <a:endParaRPr kumimoji="0" lang="zh-CN" altLang="en-US" sz="1600" i="1" kern="1200" cap="none" spc="0" normalizeH="0" baseline="-25000" noProof="0" dirty="0">
                <a:ln>
                  <a:solidFill>
                    <a:sysClr val="windowText" lastClr="000000"/>
                  </a:solidFill>
                </a:ln>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41" name="文本框 140"/>
            <p:cNvSpPr txBox="1"/>
            <p:nvPr/>
          </p:nvSpPr>
          <p:spPr>
            <a:xfrm>
              <a:off x="2253285" y="1899046"/>
              <a:ext cx="863061" cy="338554"/>
            </a:xfrm>
            <a:prstGeom prst="rect">
              <a:avLst/>
            </a:prstGeom>
            <a:noFill/>
          </p:spPr>
          <p:txBody>
            <a:bodyPr>
              <a:spAutoFit/>
            </a:bodyPr>
            <a:lstStyle/>
            <a:p>
              <a:pPr marR="0" defTabSz="914400">
                <a:buClrTx/>
                <a:buSzTx/>
                <a:buFontTx/>
                <a:buNone/>
                <a:defRPr/>
              </a:pPr>
              <a:r>
                <a:rPr kumimoji="0" lang="en-US" altLang="zh-CN" sz="1600" b="1" i="1" kern="1200" cap="none" spc="0" normalizeH="0" baseline="0" noProof="0" dirty="0">
                  <a:ln>
                    <a:solidFill>
                      <a:sysClr val="windowText" lastClr="000000"/>
                    </a:solidFill>
                  </a:ln>
                  <a:latin typeface="Times New Roman" panose="02020603050405020304" pitchFamily="18" charset="0"/>
                  <a:ea typeface="华文中宋" panose="02010600040101010101" pitchFamily="2" charset="-122"/>
                  <a:cs typeface="Times New Roman" panose="02020603050405020304" pitchFamily="18" charset="0"/>
                </a:rPr>
                <a:t>D</a:t>
              </a:r>
              <a:r>
                <a:rPr kumimoji="0" lang="en-US" altLang="zh-CN" sz="1600" b="1" kern="1200" cap="none" spc="0" normalizeH="0" baseline="-25000" noProof="0" dirty="0">
                  <a:ln>
                    <a:solidFill>
                      <a:sysClr val="windowText" lastClr="000000"/>
                    </a:solidFill>
                  </a:ln>
                  <a:latin typeface="Times New Roman" panose="02020603050405020304" pitchFamily="18" charset="0"/>
                  <a:ea typeface="华文中宋" panose="02010600040101010101" pitchFamily="2" charset="-122"/>
                  <a:cs typeface="Times New Roman" panose="02020603050405020304" pitchFamily="18" charset="0"/>
                </a:rPr>
                <a:t>1</a:t>
              </a:r>
              <a:endParaRPr kumimoji="0" lang="zh-CN" altLang="en-US" sz="1600" kern="1200" cap="none" spc="0" normalizeH="0" baseline="-25000" noProof="0" dirty="0">
                <a:ln>
                  <a:solidFill>
                    <a:sysClr val="windowText" lastClr="000000"/>
                  </a:solidFill>
                </a:ln>
                <a:latin typeface="Arial" panose="020B0604020202020204" pitchFamily="34" charset="0"/>
                <a:ea typeface="华文中宋" panose="02010600040101010101" pitchFamily="2" charset="-122"/>
                <a:cs typeface="+mn-cs"/>
              </a:endParaRPr>
            </a:p>
          </p:txBody>
        </p:sp>
        <p:sp>
          <p:nvSpPr>
            <p:cNvPr id="142" name="文本框 141"/>
            <p:cNvSpPr txBox="1"/>
            <p:nvPr/>
          </p:nvSpPr>
          <p:spPr>
            <a:xfrm>
              <a:off x="3166106" y="1948332"/>
              <a:ext cx="863061" cy="338554"/>
            </a:xfrm>
            <a:prstGeom prst="rect">
              <a:avLst/>
            </a:prstGeom>
            <a:noFill/>
          </p:spPr>
          <p:txBody>
            <a:bodyPr>
              <a:spAutoFit/>
            </a:bodyPr>
            <a:lstStyle/>
            <a:p>
              <a:pPr marR="0" defTabSz="914400">
                <a:buClrTx/>
                <a:buSzTx/>
                <a:buFontTx/>
                <a:buNone/>
                <a:defRPr/>
              </a:pPr>
              <a:r>
                <a:rPr kumimoji="0" lang="en-US" altLang="zh-CN" sz="1600" b="1" i="1" kern="1200" cap="none" spc="0" normalizeH="0" baseline="0" noProof="0" dirty="0">
                  <a:ln>
                    <a:solidFill>
                      <a:sysClr val="windowText" lastClr="000000"/>
                    </a:solidFill>
                  </a:ln>
                  <a:latin typeface="Times New Roman" panose="02020603050405020304" pitchFamily="18" charset="0"/>
                  <a:ea typeface="华文中宋" panose="02010600040101010101" pitchFamily="2" charset="-122"/>
                  <a:cs typeface="Times New Roman" panose="02020603050405020304" pitchFamily="18" charset="0"/>
                </a:rPr>
                <a:t>D</a:t>
              </a:r>
              <a:r>
                <a:rPr kumimoji="0" lang="en-US" altLang="zh-CN" sz="1600" b="1" kern="1200" cap="none" spc="0" normalizeH="0" baseline="-25000" noProof="0" dirty="0">
                  <a:ln>
                    <a:solidFill>
                      <a:sysClr val="windowText" lastClr="000000"/>
                    </a:solidFill>
                  </a:ln>
                  <a:latin typeface="Times New Roman" panose="02020603050405020304" pitchFamily="18" charset="0"/>
                  <a:ea typeface="华文中宋" panose="02010600040101010101" pitchFamily="2" charset="-122"/>
                  <a:cs typeface="Times New Roman" panose="02020603050405020304" pitchFamily="18" charset="0"/>
                </a:rPr>
                <a:t>2</a:t>
              </a:r>
              <a:endParaRPr kumimoji="0" lang="zh-CN" altLang="en-US" sz="1600" kern="1200" cap="none" spc="0" normalizeH="0" baseline="-25000" noProof="0" dirty="0">
                <a:ln>
                  <a:solidFill>
                    <a:sysClr val="windowText" lastClr="000000"/>
                  </a:solidFill>
                </a:ln>
                <a:latin typeface="Arial" panose="020B0604020202020204" pitchFamily="34" charset="0"/>
                <a:ea typeface="华文中宋" panose="02010600040101010101" pitchFamily="2" charset="-122"/>
                <a:cs typeface="+mn-cs"/>
              </a:endParaRPr>
            </a:p>
          </p:txBody>
        </p:sp>
        <p:sp>
          <p:nvSpPr>
            <p:cNvPr id="144" name="文本框 143"/>
            <p:cNvSpPr txBox="1"/>
            <p:nvPr/>
          </p:nvSpPr>
          <p:spPr>
            <a:xfrm>
              <a:off x="2322099" y="2862099"/>
              <a:ext cx="863061" cy="338554"/>
            </a:xfrm>
            <a:prstGeom prst="rect">
              <a:avLst/>
            </a:prstGeom>
            <a:noFill/>
          </p:spPr>
          <p:txBody>
            <a:bodyPr>
              <a:spAutoFit/>
            </a:bodyPr>
            <a:lstStyle/>
            <a:p>
              <a:pPr marR="0" defTabSz="914400">
                <a:buClrTx/>
                <a:buSzTx/>
                <a:buFontTx/>
                <a:buNone/>
                <a:defRPr/>
              </a:pPr>
              <a:r>
                <a:rPr kumimoji="0" lang="en-US" altLang="zh-CN" sz="1600" b="1" i="1" kern="1200" cap="none" spc="0" normalizeH="0" baseline="0" noProof="0" dirty="0">
                  <a:ln>
                    <a:solidFill>
                      <a:sysClr val="windowText" lastClr="000000"/>
                    </a:solidFill>
                  </a:ln>
                  <a:latin typeface="Times New Roman" panose="02020603050405020304" pitchFamily="18" charset="0"/>
                  <a:ea typeface="华文中宋" panose="02010600040101010101" pitchFamily="2" charset="-122"/>
                  <a:cs typeface="Times New Roman" panose="02020603050405020304" pitchFamily="18" charset="0"/>
                </a:rPr>
                <a:t>D</a:t>
              </a:r>
              <a:r>
                <a:rPr kumimoji="0" lang="en-US" altLang="zh-CN" sz="1600" b="1" kern="1200" cap="none" spc="0" normalizeH="0" baseline="-25000" noProof="0" dirty="0">
                  <a:ln>
                    <a:solidFill>
                      <a:sysClr val="windowText" lastClr="000000"/>
                    </a:solidFill>
                  </a:ln>
                  <a:latin typeface="Times New Roman" panose="02020603050405020304" pitchFamily="18" charset="0"/>
                  <a:ea typeface="华文中宋" panose="02010600040101010101" pitchFamily="2" charset="-122"/>
                  <a:cs typeface="Times New Roman" panose="02020603050405020304" pitchFamily="18" charset="0"/>
                </a:rPr>
                <a:t>3</a:t>
              </a:r>
              <a:endParaRPr kumimoji="0" lang="zh-CN" altLang="en-US" sz="1600" kern="1200" cap="none" spc="0" normalizeH="0" baseline="-25000" noProof="0" dirty="0">
                <a:ln>
                  <a:solidFill>
                    <a:sysClr val="windowText" lastClr="000000"/>
                  </a:solidFill>
                </a:ln>
                <a:latin typeface="Arial" panose="020B0604020202020204" pitchFamily="34" charset="0"/>
                <a:ea typeface="华文中宋" panose="02010600040101010101" pitchFamily="2" charset="-122"/>
                <a:cs typeface="+mn-cs"/>
              </a:endParaRPr>
            </a:p>
          </p:txBody>
        </p:sp>
        <p:sp>
          <p:nvSpPr>
            <p:cNvPr id="145" name="文本框 144"/>
            <p:cNvSpPr txBox="1"/>
            <p:nvPr/>
          </p:nvSpPr>
          <p:spPr>
            <a:xfrm>
              <a:off x="3096492" y="2862099"/>
              <a:ext cx="863061" cy="338554"/>
            </a:xfrm>
            <a:prstGeom prst="rect">
              <a:avLst/>
            </a:prstGeom>
            <a:noFill/>
          </p:spPr>
          <p:txBody>
            <a:bodyPr>
              <a:spAutoFit/>
            </a:bodyPr>
            <a:lstStyle/>
            <a:p>
              <a:pPr marR="0" defTabSz="914400">
                <a:buClrTx/>
                <a:buSzTx/>
                <a:buFontTx/>
                <a:buNone/>
                <a:defRPr/>
              </a:pPr>
              <a:r>
                <a:rPr kumimoji="0" lang="en-US" altLang="zh-CN" sz="1600" b="1" i="1" kern="1200" cap="none" spc="0" normalizeH="0" baseline="0" noProof="0" dirty="0">
                  <a:ln>
                    <a:solidFill>
                      <a:sysClr val="windowText" lastClr="000000"/>
                    </a:solidFill>
                  </a:ln>
                  <a:latin typeface="Times New Roman" panose="02020603050405020304" pitchFamily="18" charset="0"/>
                  <a:ea typeface="华文中宋" panose="02010600040101010101" pitchFamily="2" charset="-122"/>
                  <a:cs typeface="Times New Roman" panose="02020603050405020304" pitchFamily="18" charset="0"/>
                </a:rPr>
                <a:t>D</a:t>
              </a:r>
              <a:r>
                <a:rPr kumimoji="0" lang="en-US" altLang="zh-CN" sz="1600" b="1" kern="1200" cap="none" spc="0" normalizeH="0" baseline="-25000" noProof="0" dirty="0">
                  <a:ln>
                    <a:solidFill>
                      <a:sysClr val="windowText" lastClr="000000"/>
                    </a:solidFill>
                  </a:ln>
                  <a:latin typeface="Times New Roman" panose="02020603050405020304" pitchFamily="18" charset="0"/>
                  <a:ea typeface="华文中宋" panose="02010600040101010101" pitchFamily="2" charset="-122"/>
                  <a:cs typeface="Times New Roman" panose="02020603050405020304" pitchFamily="18" charset="0"/>
                </a:rPr>
                <a:t>4</a:t>
              </a:r>
              <a:endParaRPr kumimoji="0" lang="zh-CN" altLang="en-US" sz="1600" kern="1200" cap="none" spc="0" normalizeH="0" baseline="-25000" noProof="0" dirty="0">
                <a:ln>
                  <a:solidFill>
                    <a:sysClr val="windowText" lastClr="000000"/>
                  </a:solidFill>
                </a:ln>
                <a:latin typeface="Arial" panose="020B0604020202020204" pitchFamily="34" charset="0"/>
                <a:ea typeface="华文中宋" panose="02010600040101010101" pitchFamily="2" charset="-122"/>
                <a:cs typeface="+mn-cs"/>
              </a:endParaRPr>
            </a:p>
          </p:txBody>
        </p:sp>
        <p:sp>
          <p:nvSpPr>
            <p:cNvPr id="15366" name="任意多边形 15365"/>
            <p:cNvSpPr/>
            <p:nvPr/>
          </p:nvSpPr>
          <p:spPr>
            <a:xfrm>
              <a:off x="1671492" y="1504864"/>
              <a:ext cx="2843447" cy="2014686"/>
            </a:xfrm>
            <a:custGeom>
              <a:avLst/>
              <a:gdLst>
                <a:gd name="connsiteX0" fmla="*/ 0 w 2910348"/>
                <a:gd name="connsiteY0" fmla="*/ 0 h 2133600"/>
                <a:gd name="connsiteX1" fmla="*/ 1268361 w 2910348"/>
                <a:gd name="connsiteY1" fmla="*/ 0 h 2133600"/>
                <a:gd name="connsiteX2" fmla="*/ 1268361 w 2910348"/>
                <a:gd name="connsiteY2" fmla="*/ 688258 h 2133600"/>
                <a:gd name="connsiteX3" fmla="*/ 1858296 w 2910348"/>
                <a:gd name="connsiteY3" fmla="*/ 1278193 h 2133600"/>
                <a:gd name="connsiteX4" fmla="*/ 1858296 w 2910348"/>
                <a:gd name="connsiteY4" fmla="*/ 127819 h 2133600"/>
                <a:gd name="connsiteX5" fmla="*/ 2910348 w 2910348"/>
                <a:gd name="connsiteY5" fmla="*/ 127819 h 2133600"/>
                <a:gd name="connsiteX6" fmla="*/ 2910348 w 2910348"/>
                <a:gd name="connsiteY6" fmla="*/ 2133600 h 2133600"/>
                <a:gd name="connsiteX7" fmla="*/ 619432 w 2910348"/>
                <a:gd name="connsiteY7" fmla="*/ 2133600 h 2133600"/>
                <a:gd name="connsiteX8" fmla="*/ 619432 w 2910348"/>
                <a:gd name="connsiteY8" fmla="*/ 2045110 h 2133600"/>
                <a:gd name="connsiteX9" fmla="*/ 619432 w 2910348"/>
                <a:gd name="connsiteY9" fmla="*/ 1238864 h 2133600"/>
                <a:gd name="connsiteX10" fmla="*/ 1052051 w 2910348"/>
                <a:gd name="connsiteY10" fmla="*/ 1671483 h 2133600"/>
                <a:gd name="connsiteX11" fmla="*/ 1052051 w 2910348"/>
                <a:gd name="connsiteY11" fmla="*/ 1887793 h 2133600"/>
                <a:gd name="connsiteX12" fmla="*/ 19664 w 2910348"/>
                <a:gd name="connsiteY12" fmla="*/ 1887793 h 2133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910348" h="2133600">
                  <a:moveTo>
                    <a:pt x="0" y="0"/>
                  </a:moveTo>
                  <a:lnTo>
                    <a:pt x="1268361" y="0"/>
                  </a:lnTo>
                  <a:lnTo>
                    <a:pt x="1268361" y="688258"/>
                  </a:lnTo>
                  <a:lnTo>
                    <a:pt x="1858296" y="1278193"/>
                  </a:lnTo>
                  <a:lnTo>
                    <a:pt x="1858296" y="127819"/>
                  </a:lnTo>
                  <a:lnTo>
                    <a:pt x="2910348" y="127819"/>
                  </a:lnTo>
                  <a:lnTo>
                    <a:pt x="2910348" y="2133600"/>
                  </a:lnTo>
                  <a:lnTo>
                    <a:pt x="619432" y="2133600"/>
                  </a:lnTo>
                  <a:lnTo>
                    <a:pt x="619432" y="2045110"/>
                  </a:lnTo>
                  <a:lnTo>
                    <a:pt x="619432" y="1238864"/>
                  </a:lnTo>
                  <a:lnTo>
                    <a:pt x="1052051" y="1671483"/>
                  </a:lnTo>
                  <a:lnTo>
                    <a:pt x="1052051" y="1887793"/>
                  </a:lnTo>
                  <a:lnTo>
                    <a:pt x="19664" y="1887793"/>
                  </a:lnTo>
                </a:path>
              </a:pathLst>
            </a:custGeom>
            <a:ln w="28575">
              <a:solidFill>
                <a:schemeClr val="accent2">
                  <a:lumMod val="75000"/>
                </a:schemeClr>
              </a:solidFill>
              <a:prstDash val="dash"/>
              <a:headEnd type="none" w="med" len="med"/>
              <a:tailEnd type="triangle" w="med" len="med"/>
            </a:ln>
          </p:spPr>
          <p:style>
            <a:lnRef idx="1">
              <a:schemeClr val="accent4"/>
            </a:lnRef>
            <a:fillRef idx="0">
              <a:schemeClr val="accent4"/>
            </a:fillRef>
            <a:effectRef idx="0">
              <a:schemeClr val="accent4"/>
            </a:effectRef>
            <a:fontRef idx="minor">
              <a:schemeClr val="tx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cs"/>
              </a:endParaRPr>
            </a:p>
          </p:txBody>
        </p:sp>
        <p:sp>
          <p:nvSpPr>
            <p:cNvPr id="15368" name="任意多边形 15367"/>
            <p:cNvSpPr/>
            <p:nvPr/>
          </p:nvSpPr>
          <p:spPr>
            <a:xfrm>
              <a:off x="1701657" y="1435009"/>
              <a:ext cx="2713263" cy="2311570"/>
            </a:xfrm>
            <a:custGeom>
              <a:avLst/>
              <a:gdLst>
                <a:gd name="connsiteX0" fmla="*/ 0 w 2713703"/>
                <a:gd name="connsiteY0" fmla="*/ 1986116 h 2310580"/>
                <a:gd name="connsiteX1" fmla="*/ 1307690 w 2713703"/>
                <a:gd name="connsiteY1" fmla="*/ 1986116 h 2310580"/>
                <a:gd name="connsiteX2" fmla="*/ 1307690 w 2713703"/>
                <a:gd name="connsiteY2" fmla="*/ 1750142 h 2310580"/>
                <a:gd name="connsiteX3" fmla="*/ 1838632 w 2713703"/>
                <a:gd name="connsiteY3" fmla="*/ 1219200 h 2310580"/>
                <a:gd name="connsiteX4" fmla="*/ 1838632 w 2713703"/>
                <a:gd name="connsiteY4" fmla="*/ 0 h 2310580"/>
                <a:gd name="connsiteX5" fmla="*/ 2713703 w 2713703"/>
                <a:gd name="connsiteY5" fmla="*/ 0 h 2310580"/>
                <a:gd name="connsiteX6" fmla="*/ 2713703 w 2713703"/>
                <a:gd name="connsiteY6" fmla="*/ 2310580 h 2310580"/>
                <a:gd name="connsiteX7" fmla="*/ 452284 w 2713703"/>
                <a:gd name="connsiteY7" fmla="*/ 2310580 h 2310580"/>
                <a:gd name="connsiteX8" fmla="*/ 452284 w 2713703"/>
                <a:gd name="connsiteY8" fmla="*/ 1101213 h 2310580"/>
                <a:gd name="connsiteX9" fmla="*/ 1052052 w 2713703"/>
                <a:gd name="connsiteY9" fmla="*/ 501445 h 2310580"/>
                <a:gd name="connsiteX10" fmla="*/ 1052052 w 2713703"/>
                <a:gd name="connsiteY10" fmla="*/ 176980 h 2310580"/>
                <a:gd name="connsiteX11" fmla="*/ 0 w 2713703"/>
                <a:gd name="connsiteY11" fmla="*/ 176980 h 2310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713703" h="2310580">
                  <a:moveTo>
                    <a:pt x="0" y="1986116"/>
                  </a:moveTo>
                  <a:lnTo>
                    <a:pt x="1307690" y="1986116"/>
                  </a:lnTo>
                  <a:lnTo>
                    <a:pt x="1307690" y="1750142"/>
                  </a:lnTo>
                  <a:lnTo>
                    <a:pt x="1838632" y="1219200"/>
                  </a:lnTo>
                  <a:lnTo>
                    <a:pt x="1838632" y="0"/>
                  </a:lnTo>
                  <a:lnTo>
                    <a:pt x="2713703" y="0"/>
                  </a:lnTo>
                  <a:lnTo>
                    <a:pt x="2713703" y="2310580"/>
                  </a:lnTo>
                  <a:lnTo>
                    <a:pt x="452284" y="2310580"/>
                  </a:lnTo>
                  <a:lnTo>
                    <a:pt x="452284" y="1101213"/>
                  </a:lnTo>
                  <a:lnTo>
                    <a:pt x="1052052" y="501445"/>
                  </a:lnTo>
                  <a:lnTo>
                    <a:pt x="1052052" y="176980"/>
                  </a:lnTo>
                  <a:lnTo>
                    <a:pt x="0" y="176980"/>
                  </a:lnTo>
                </a:path>
              </a:pathLst>
            </a:custGeom>
            <a:noFill/>
            <a:ln w="28575">
              <a:solidFill>
                <a:srgbClr val="FF0066"/>
              </a:solidFill>
              <a:prstDash val="sysDot"/>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lt1"/>
                </a:solidFill>
                <a:effectLst/>
                <a:uLnTx/>
                <a:uFillTx/>
                <a:latin typeface="+mn-lt"/>
                <a:ea typeface="+mn-ea"/>
                <a:cs typeface="+mn-cs"/>
              </a:endParaRPr>
            </a:p>
          </p:txBody>
        </p:sp>
        <p:cxnSp>
          <p:nvCxnSpPr>
            <p:cNvPr id="4" name="直接箭头连接符 15369"/>
            <p:cNvCxnSpPr/>
            <p:nvPr/>
          </p:nvCxnSpPr>
          <p:spPr>
            <a:xfrm>
              <a:off x="1701657" y="3490973"/>
              <a:ext cx="349279" cy="7938"/>
            </a:xfrm>
            <a:prstGeom prst="straightConnector1">
              <a:avLst/>
            </a:prstGeom>
            <a:ln w="28575">
              <a:solidFill>
                <a:srgbClr val="FF0066"/>
              </a:solidFill>
              <a:tailEnd type="triangle"/>
            </a:ln>
          </p:spPr>
          <p:style>
            <a:lnRef idx="1">
              <a:schemeClr val="accent1"/>
            </a:lnRef>
            <a:fillRef idx="0">
              <a:schemeClr val="accent1"/>
            </a:fillRef>
            <a:effectRef idx="0">
              <a:schemeClr val="accent1"/>
            </a:effectRef>
            <a:fontRef idx="minor">
              <a:schemeClr val="tx1"/>
            </a:fontRef>
          </p:style>
        </p:cxnSp>
        <p:cxnSp>
          <p:nvCxnSpPr>
            <p:cNvPr id="152" name="直接箭头连接符 151"/>
            <p:cNvCxnSpPr/>
            <p:nvPr/>
          </p:nvCxnSpPr>
          <p:spPr>
            <a:xfrm flipH="1">
              <a:off x="3233722" y="2811473"/>
              <a:ext cx="154000" cy="141297"/>
            </a:xfrm>
            <a:prstGeom prst="straightConnector1">
              <a:avLst/>
            </a:prstGeom>
            <a:ln w="28575">
              <a:solidFill>
                <a:srgbClr val="FF0066"/>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 name="直接箭头连接符 15372"/>
            <p:cNvCxnSpPr/>
            <p:nvPr/>
          </p:nvCxnSpPr>
          <p:spPr>
            <a:xfrm>
              <a:off x="1733409" y="1425483"/>
              <a:ext cx="171464" cy="0"/>
            </a:xfrm>
            <a:prstGeom prst="straightConnector1">
              <a:avLst/>
            </a:prstGeom>
            <a:ln w="28575">
              <a:solidFill>
                <a:schemeClr val="accent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56" name="直接箭头连接符 155"/>
            <p:cNvCxnSpPr/>
            <p:nvPr/>
          </p:nvCxnSpPr>
          <p:spPr>
            <a:xfrm>
              <a:off x="2974937" y="2222467"/>
              <a:ext cx="141300" cy="141298"/>
            </a:xfrm>
            <a:prstGeom prst="straightConnector1">
              <a:avLst/>
            </a:prstGeom>
            <a:ln w="28575">
              <a:solidFill>
                <a:schemeClr val="accent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58" name="直接箭头连接符 157"/>
            <p:cNvCxnSpPr/>
            <p:nvPr/>
          </p:nvCxnSpPr>
          <p:spPr>
            <a:xfrm flipV="1">
              <a:off x="2276379" y="2813060"/>
              <a:ext cx="0" cy="206390"/>
            </a:xfrm>
            <a:prstGeom prst="straightConnector1">
              <a:avLst/>
            </a:prstGeom>
            <a:ln w="28575">
              <a:solidFill>
                <a:schemeClr val="accent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61" name="直接箭头连接符 160"/>
            <p:cNvCxnSpPr/>
            <p:nvPr/>
          </p:nvCxnSpPr>
          <p:spPr>
            <a:xfrm rot="16200000">
              <a:off x="1930277" y="2909905"/>
              <a:ext cx="350863" cy="7939"/>
            </a:xfrm>
            <a:prstGeom prst="straightConnector1">
              <a:avLst/>
            </a:prstGeom>
            <a:ln w="28575">
              <a:solidFill>
                <a:srgbClr val="FF0066"/>
              </a:solidFill>
              <a:tailEnd type="triangle"/>
            </a:ln>
          </p:spPr>
          <p:style>
            <a:lnRef idx="1">
              <a:schemeClr val="accent1"/>
            </a:lnRef>
            <a:fillRef idx="0">
              <a:schemeClr val="accent1"/>
            </a:fillRef>
            <a:effectRef idx="0">
              <a:schemeClr val="accent1"/>
            </a:effectRef>
            <a:fontRef idx="minor">
              <a:schemeClr val="tx1"/>
            </a:fontRef>
          </p:style>
        </p:cxnSp>
      </p:grpSp>
      <p:sp>
        <p:nvSpPr>
          <p:cNvPr id="86" name="Rectangle 66"/>
          <p:cNvSpPr>
            <a:spLocks noChangeArrowheads="1"/>
          </p:cNvSpPr>
          <p:nvPr/>
        </p:nvSpPr>
        <p:spPr bwMode="auto">
          <a:xfrm>
            <a:off x="309563" y="68263"/>
            <a:ext cx="7483475"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lstStyle>
            <a:lvl1pPr marL="342900" indent="-3429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342900" marR="0" lvl="0" indent="-342900" algn="l" defTabSz="914400" rtl="0" eaLnBrk="0" fontAlgn="base" latinLnBrk="0" hangingPunct="0">
              <a:lnSpc>
                <a:spcPct val="100000"/>
              </a:lnSpc>
              <a:spcBef>
                <a:spcPct val="0"/>
              </a:spcBef>
              <a:spcAft>
                <a:spcPct val="0"/>
              </a:spcAft>
              <a:buClrTx/>
              <a:buSzTx/>
              <a:buFontTx/>
              <a:buNone/>
              <a:defRPr/>
            </a:pPr>
            <a:r>
              <a:rPr kumimoji="1" lang="zh-CN" altLang="en-US" sz="3600" b="0" i="0" u="none" strike="noStrike" kern="1200" cap="none" spc="0" normalizeH="0" baseline="0" noProof="0" dirty="0">
                <a:ln w="0"/>
                <a:solidFill>
                  <a:srgbClr val="FF0000"/>
                </a:solidFill>
                <a:effectLst>
                  <a:outerShdw blurRad="38100" dist="19050" dir="2700000" algn="tl" rotWithShape="0">
                    <a:schemeClr val="dk1">
                      <a:alpha val="40000"/>
                    </a:schemeClr>
                  </a:outerShdw>
                </a:effectLst>
                <a:uLnTx/>
                <a:uFillTx/>
                <a:latin typeface="微软雅黑" panose="020B0503020204020204" pitchFamily="34" charset="-122"/>
                <a:ea typeface="微软雅黑" panose="020B0503020204020204" pitchFamily="34" charset="-122"/>
                <a:cs typeface="+mn-cs"/>
              </a:rPr>
              <a:t>二、实验原理</a:t>
            </a:r>
            <a:r>
              <a:rPr kumimoji="1" lang="en-US" altLang="zh-CN" sz="3600" b="0" i="0" u="none" strike="noStrike" kern="1200" cap="none" spc="0" normalizeH="0" baseline="0" noProof="0" dirty="0">
                <a:ln w="0"/>
                <a:solidFill>
                  <a:srgbClr val="FF0000"/>
                </a:solidFill>
                <a:effectLst>
                  <a:outerShdw blurRad="38100" dist="19050" dir="2700000" algn="tl" rotWithShape="0">
                    <a:schemeClr val="dk1">
                      <a:alpha val="40000"/>
                    </a:schemeClr>
                  </a:outerShdw>
                </a:effectLst>
                <a:uLnTx/>
                <a:uFillTx/>
                <a:latin typeface="微软雅黑" panose="020B0503020204020204" pitchFamily="34" charset="-122"/>
                <a:ea typeface="微软雅黑" panose="020B0503020204020204" pitchFamily="34" charset="-122"/>
                <a:cs typeface="+mn-cs"/>
              </a:rPr>
              <a:t>/</a:t>
            </a:r>
            <a:r>
              <a:rPr kumimoji="1" lang="en-US" altLang="zh-CN" sz="2800" b="0" i="0" u="none" strike="noStrike" kern="1200" cap="none" spc="0" normalizeH="0" baseline="0" noProof="0" dirty="0">
                <a:ln w="0"/>
                <a:solidFill>
                  <a:srgbClr val="003300"/>
                </a:solidFill>
                <a:effectLst>
                  <a:outerShdw blurRad="38100" dist="19050" dir="2700000" algn="tl" rotWithShape="0">
                    <a:schemeClr val="dk1">
                      <a:alpha val="40000"/>
                    </a:schemeClr>
                  </a:outerShdw>
                </a:effectLst>
                <a:uLnTx/>
                <a:uFillTx/>
                <a:latin typeface="微软雅黑" panose="020B0503020204020204" pitchFamily="34" charset="-122"/>
                <a:ea typeface="微软雅黑" panose="020B0503020204020204" pitchFamily="34" charset="-122"/>
                <a:cs typeface="+mn-cs"/>
              </a:rPr>
              <a:t>2.2</a:t>
            </a:r>
            <a:r>
              <a:rPr kumimoji="1" lang="zh-CN" altLang="en-US" sz="2800" b="0" i="0" u="none" strike="noStrike" kern="1200" cap="none" spc="0" normalizeH="0" baseline="0" noProof="0" dirty="0">
                <a:ln w="0"/>
                <a:solidFill>
                  <a:srgbClr val="003300"/>
                </a:solidFill>
                <a:effectLst>
                  <a:outerShdw blurRad="38100" dist="19050" dir="2700000" algn="tl" rotWithShape="0">
                    <a:schemeClr val="dk1">
                      <a:alpha val="40000"/>
                    </a:schemeClr>
                  </a:outerShdw>
                </a:effectLst>
                <a:uLnTx/>
                <a:uFillTx/>
                <a:latin typeface="微软雅黑" panose="020B0503020204020204" pitchFamily="34" charset="-122"/>
                <a:ea typeface="微软雅黑" panose="020B0503020204020204" pitchFamily="34" charset="-122"/>
                <a:cs typeface="+mn-cs"/>
              </a:rPr>
              <a:t>整流电路</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5137"/>
                                        </p:tgtEl>
                                        <p:attrNameLst>
                                          <p:attrName>style.visibility</p:attrName>
                                        </p:attrNameLst>
                                      </p:cBhvr>
                                      <p:to>
                                        <p:strVal val="visible"/>
                                      </p:to>
                                    </p:set>
                                    <p:anim calcmode="lin" valueType="num">
                                      <p:cBhvr additive="base">
                                        <p:cTn id="7" dur="500" fill="hold"/>
                                        <p:tgtEl>
                                          <p:spTgt spid="5137"/>
                                        </p:tgtEl>
                                        <p:attrNameLst>
                                          <p:attrName>ppt_x</p:attrName>
                                        </p:attrNameLst>
                                      </p:cBhvr>
                                      <p:tavLst>
                                        <p:tav tm="0">
                                          <p:val>
                                            <p:strVal val="1+#ppt_w/2"/>
                                          </p:val>
                                        </p:tav>
                                        <p:tav tm="100000">
                                          <p:val>
                                            <p:strVal val="#ppt_x"/>
                                          </p:val>
                                        </p:tav>
                                      </p:tavLst>
                                    </p:anim>
                                    <p:anim calcmode="lin" valueType="num">
                                      <p:cBhvr additive="base">
                                        <p:cTn id="8" dur="500" fill="hold"/>
                                        <p:tgtEl>
                                          <p:spTgt spid="513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181" name="Object 13"/>
          <p:cNvGraphicFramePr>
            <a:graphicFrameLocks noChangeAspect="1"/>
          </p:cNvGraphicFramePr>
          <p:nvPr/>
        </p:nvGraphicFramePr>
        <p:xfrm>
          <a:off x="2335213" y="1812925"/>
          <a:ext cx="5308600" cy="912813"/>
        </p:xfrm>
        <a:graphic>
          <a:graphicData uri="http://schemas.openxmlformats.org/presentationml/2006/ole">
            <mc:AlternateContent xmlns:mc="http://schemas.openxmlformats.org/markup-compatibility/2006">
              <mc:Choice xmlns:v="urn:schemas-microsoft-com:vml" Requires="v">
                <p:oleObj r:id="rId2" imgW="2882900" imgH="482600" progId="Equation.3">
                  <p:embed/>
                </p:oleObj>
              </mc:Choice>
              <mc:Fallback>
                <p:oleObj r:id="rId2" imgW="2882900" imgH="482600" progId="Equation.3">
                  <p:embed/>
                  <p:pic>
                    <p:nvPicPr>
                      <p:cNvPr id="0" name="图片 3084"/>
                      <p:cNvPicPr/>
                      <p:nvPr/>
                    </p:nvPicPr>
                    <p:blipFill>
                      <a:blip r:embed="rId3"/>
                      <a:stretch>
                        <a:fillRect/>
                      </a:stretch>
                    </p:blipFill>
                    <p:spPr>
                      <a:xfrm>
                        <a:off x="2335213" y="1812925"/>
                        <a:ext cx="5308600" cy="912813"/>
                      </a:xfrm>
                      <a:prstGeom prst="rect">
                        <a:avLst/>
                      </a:prstGeom>
                      <a:gradFill rotWithShape="0">
                        <a:gsLst>
                          <a:gs pos="0">
                            <a:schemeClr val="accent1"/>
                          </a:gs>
                          <a:gs pos="100000">
                            <a:srgbClr val="CCFFCC"/>
                          </a:gs>
                        </a:gsLst>
                        <a:path path="shape">
                          <a:fillToRect l="50000" t="50000" r="50000" b="50000"/>
                        </a:path>
                        <a:tileRect/>
                      </a:gradFill>
                      <a:ln w="38100">
                        <a:noFill/>
                        <a:miter/>
                      </a:ln>
                    </p:spPr>
                  </p:pic>
                </p:oleObj>
              </mc:Fallback>
            </mc:AlternateContent>
          </a:graphicData>
        </a:graphic>
      </p:graphicFrame>
      <p:grpSp>
        <p:nvGrpSpPr>
          <p:cNvPr id="2" name="Group 14"/>
          <p:cNvGrpSpPr/>
          <p:nvPr/>
        </p:nvGrpSpPr>
        <p:grpSpPr>
          <a:xfrm>
            <a:off x="879475" y="2725738"/>
            <a:ext cx="6229350" cy="828675"/>
            <a:chOff x="1036" y="2112"/>
            <a:chExt cx="3924" cy="522"/>
          </a:xfrm>
        </p:grpSpPr>
        <p:sp>
          <p:nvSpPr>
            <p:cNvPr id="17421" name="Text Box 15"/>
            <p:cNvSpPr txBox="1"/>
            <p:nvPr/>
          </p:nvSpPr>
          <p:spPr>
            <a:xfrm>
              <a:off x="1036" y="2256"/>
              <a:ext cx="2420" cy="330"/>
            </a:xfrm>
            <a:prstGeom prst="rect">
              <a:avLst/>
            </a:prstGeom>
            <a:gradFill rotWithShape="0">
              <a:gsLst>
                <a:gs pos="0">
                  <a:srgbClr val="FFFFFF"/>
                </a:gs>
                <a:gs pos="100000">
                  <a:srgbClr val="FFCCFF"/>
                </a:gs>
              </a:gsLst>
              <a:path path="shape">
                <a:fillToRect l="50000" t="50000" r="50000" b="50000"/>
              </a:path>
              <a:tileRect/>
            </a:gradFill>
            <a:ln w="12700">
              <a:noFill/>
            </a:ln>
          </p:spPr>
          <p:txBody>
            <a:bodyPr>
              <a:spAutoFit/>
            </a:bodyPr>
            <a:lstStyle/>
            <a:p>
              <a:pPr eaLnBrk="1" hangingPunct="1">
                <a:spcBef>
                  <a:spcPct val="50000"/>
                </a:spcBef>
              </a:pPr>
              <a:r>
                <a:rPr lang="en-US" altLang="zh-CN" sz="2800" dirty="0">
                  <a:latin typeface="Times New Roman" panose="02020603050405020304" pitchFamily="18" charset="0"/>
                  <a:ea typeface="楷体_GB2312"/>
                </a:rPr>
                <a:t> </a:t>
              </a:r>
              <a:r>
                <a:rPr lang="zh-CN" altLang="en-US" b="1" dirty="0">
                  <a:solidFill>
                    <a:srgbClr val="002060"/>
                  </a:solidFill>
                  <a:latin typeface="华文中宋" panose="02010600040101010101" pitchFamily="2" charset="-122"/>
                </a:rPr>
                <a:t>流过负载的平均电流为</a:t>
              </a:r>
            </a:p>
          </p:txBody>
        </p:sp>
        <p:graphicFrame>
          <p:nvGraphicFramePr>
            <p:cNvPr id="17422" name="Object 16"/>
            <p:cNvGraphicFramePr>
              <a:graphicFrameLocks noChangeAspect="1"/>
            </p:cNvGraphicFramePr>
            <p:nvPr/>
          </p:nvGraphicFramePr>
          <p:xfrm>
            <a:off x="3594" y="2112"/>
            <a:ext cx="1366" cy="522"/>
          </p:xfrm>
          <a:graphic>
            <a:graphicData uri="http://schemas.openxmlformats.org/presentationml/2006/ole">
              <mc:AlternateContent xmlns:mc="http://schemas.openxmlformats.org/markup-compatibility/2006">
                <mc:Choice xmlns:v="urn:schemas-microsoft-com:vml" Requires="v">
                  <p:oleObj r:id="rId4" imgW="1257300" imgH="469900" progId="Equation.3">
                    <p:embed/>
                  </p:oleObj>
                </mc:Choice>
                <mc:Fallback>
                  <p:oleObj r:id="rId4" imgW="1257300" imgH="469900" progId="Equation.3">
                    <p:embed/>
                    <p:pic>
                      <p:nvPicPr>
                        <p:cNvPr id="0" name="图片 3082"/>
                        <p:cNvPicPr/>
                        <p:nvPr/>
                      </p:nvPicPr>
                      <p:blipFill>
                        <a:blip r:embed="rId5"/>
                        <a:stretch>
                          <a:fillRect/>
                        </a:stretch>
                      </p:blipFill>
                      <p:spPr>
                        <a:xfrm>
                          <a:off x="3594" y="2112"/>
                          <a:ext cx="1366" cy="522"/>
                        </a:xfrm>
                        <a:prstGeom prst="rect">
                          <a:avLst/>
                        </a:prstGeom>
                        <a:gradFill rotWithShape="0">
                          <a:gsLst>
                            <a:gs pos="0">
                              <a:srgbClr val="FFFFFF"/>
                            </a:gs>
                            <a:gs pos="100000">
                              <a:srgbClr val="FFCCFF"/>
                            </a:gs>
                          </a:gsLst>
                          <a:path path="shape">
                            <a:fillToRect l="50000" t="50000" r="50000" b="50000"/>
                          </a:path>
                          <a:tileRect/>
                        </a:gradFill>
                        <a:ln w="38100">
                          <a:noFill/>
                          <a:miter/>
                        </a:ln>
                      </p:spPr>
                    </p:pic>
                  </p:oleObj>
                </mc:Fallback>
              </mc:AlternateContent>
            </a:graphicData>
          </a:graphic>
        </p:graphicFrame>
      </p:grpSp>
      <p:grpSp>
        <p:nvGrpSpPr>
          <p:cNvPr id="3" name="Group 17"/>
          <p:cNvGrpSpPr/>
          <p:nvPr/>
        </p:nvGrpSpPr>
        <p:grpSpPr>
          <a:xfrm>
            <a:off x="871538" y="3649663"/>
            <a:ext cx="7058025" cy="828675"/>
            <a:chOff x="690" y="2688"/>
            <a:chExt cx="4446" cy="522"/>
          </a:xfrm>
        </p:grpSpPr>
        <p:graphicFrame>
          <p:nvGraphicFramePr>
            <p:cNvPr id="17419" name="Object 18"/>
            <p:cNvGraphicFramePr>
              <a:graphicFrameLocks noChangeAspect="1"/>
            </p:cNvGraphicFramePr>
            <p:nvPr/>
          </p:nvGraphicFramePr>
          <p:xfrm>
            <a:off x="3408" y="2688"/>
            <a:ext cx="1728" cy="522"/>
          </p:xfrm>
          <a:graphic>
            <a:graphicData uri="http://schemas.openxmlformats.org/presentationml/2006/ole">
              <mc:AlternateContent xmlns:mc="http://schemas.openxmlformats.org/markup-compatibility/2006">
                <mc:Choice xmlns:v="urn:schemas-microsoft-com:vml" Requires="v">
                  <p:oleObj r:id="rId6" imgW="1600200" imgH="469900" progId="Equation.3">
                    <p:embed/>
                  </p:oleObj>
                </mc:Choice>
                <mc:Fallback>
                  <p:oleObj r:id="rId6" imgW="1600200" imgH="469900" progId="Equation.3">
                    <p:embed/>
                    <p:pic>
                      <p:nvPicPr>
                        <p:cNvPr id="0" name="图片 3083"/>
                        <p:cNvPicPr/>
                        <p:nvPr/>
                      </p:nvPicPr>
                      <p:blipFill>
                        <a:blip r:embed="rId7"/>
                        <a:stretch>
                          <a:fillRect/>
                        </a:stretch>
                      </p:blipFill>
                      <p:spPr>
                        <a:xfrm>
                          <a:off x="3408" y="2688"/>
                          <a:ext cx="1728" cy="522"/>
                        </a:xfrm>
                        <a:prstGeom prst="rect">
                          <a:avLst/>
                        </a:prstGeom>
                        <a:gradFill rotWithShape="0">
                          <a:gsLst>
                            <a:gs pos="0">
                              <a:srgbClr val="FFCCFF"/>
                            </a:gs>
                            <a:gs pos="100000">
                              <a:srgbClr val="66FFFF"/>
                            </a:gs>
                          </a:gsLst>
                          <a:path path="shape">
                            <a:fillToRect l="50000" t="50000" r="50000" b="50000"/>
                          </a:path>
                          <a:tileRect/>
                        </a:gradFill>
                        <a:ln w="38100">
                          <a:noFill/>
                          <a:miter/>
                        </a:ln>
                      </p:spPr>
                    </p:pic>
                  </p:oleObj>
                </mc:Fallback>
              </mc:AlternateContent>
            </a:graphicData>
          </a:graphic>
        </p:graphicFrame>
        <p:sp>
          <p:nvSpPr>
            <p:cNvPr id="17420" name="Text Box 19"/>
            <p:cNvSpPr txBox="1"/>
            <p:nvPr/>
          </p:nvSpPr>
          <p:spPr>
            <a:xfrm>
              <a:off x="690" y="2819"/>
              <a:ext cx="2594" cy="291"/>
            </a:xfrm>
            <a:prstGeom prst="rect">
              <a:avLst/>
            </a:prstGeom>
            <a:gradFill rotWithShape="0">
              <a:gsLst>
                <a:gs pos="0">
                  <a:srgbClr val="FFCCFF"/>
                </a:gs>
                <a:gs pos="100000">
                  <a:srgbClr val="66FFFF"/>
                </a:gs>
              </a:gsLst>
              <a:path path="shape">
                <a:fillToRect l="50000" t="50000" r="50000" b="50000"/>
              </a:path>
              <a:tileRect/>
            </a:gradFill>
            <a:ln w="12700">
              <a:noFill/>
            </a:ln>
          </p:spPr>
          <p:txBody>
            <a:bodyPr>
              <a:spAutoFit/>
            </a:bodyPr>
            <a:lstStyle/>
            <a:p>
              <a:pPr eaLnBrk="1" hangingPunct="1">
                <a:spcBef>
                  <a:spcPct val="50000"/>
                </a:spcBef>
              </a:pPr>
              <a:r>
                <a:rPr lang="zh-CN" altLang="en-US" b="1" dirty="0">
                  <a:solidFill>
                    <a:srgbClr val="002060"/>
                  </a:solidFill>
                  <a:latin typeface="华文中宋" panose="02010600040101010101" pitchFamily="2" charset="-122"/>
                </a:rPr>
                <a:t>流过二极管的平均电流为</a:t>
              </a:r>
            </a:p>
          </p:txBody>
        </p:sp>
      </p:grpSp>
      <p:grpSp>
        <p:nvGrpSpPr>
          <p:cNvPr id="17413" name="组合 15"/>
          <p:cNvGrpSpPr/>
          <p:nvPr/>
        </p:nvGrpSpPr>
        <p:grpSpPr>
          <a:xfrm>
            <a:off x="850900" y="4716463"/>
            <a:ext cx="6970713" cy="519112"/>
            <a:chOff x="850606" y="4365625"/>
            <a:chExt cx="6971007" cy="518295"/>
          </a:xfrm>
        </p:grpSpPr>
        <p:graphicFrame>
          <p:nvGraphicFramePr>
            <p:cNvPr id="17417" name="Object 21"/>
            <p:cNvGraphicFramePr>
              <a:graphicFrameLocks noChangeAspect="1"/>
            </p:cNvGraphicFramePr>
            <p:nvPr/>
          </p:nvGraphicFramePr>
          <p:xfrm>
            <a:off x="6248400" y="4365625"/>
            <a:ext cx="1573213" cy="469900"/>
          </p:xfrm>
          <a:graphic>
            <a:graphicData uri="http://schemas.openxmlformats.org/presentationml/2006/ole">
              <mc:AlternateContent xmlns:mc="http://schemas.openxmlformats.org/markup-compatibility/2006">
                <mc:Choice xmlns:v="urn:schemas-microsoft-com:vml" Requires="v">
                  <p:oleObj r:id="rId8" imgW="850265" imgH="254000" progId="Equation.3">
                    <p:embed/>
                  </p:oleObj>
                </mc:Choice>
                <mc:Fallback>
                  <p:oleObj r:id="rId8" imgW="850265" imgH="254000" progId="Equation.3">
                    <p:embed/>
                    <p:pic>
                      <p:nvPicPr>
                        <p:cNvPr id="0" name="图片 3081"/>
                        <p:cNvPicPr/>
                        <p:nvPr/>
                      </p:nvPicPr>
                      <p:blipFill>
                        <a:blip r:embed="rId9"/>
                        <a:stretch>
                          <a:fillRect/>
                        </a:stretch>
                      </p:blipFill>
                      <p:spPr>
                        <a:xfrm>
                          <a:off x="6248400" y="4365625"/>
                          <a:ext cx="1573213" cy="469900"/>
                        </a:xfrm>
                        <a:prstGeom prst="rect">
                          <a:avLst/>
                        </a:prstGeom>
                        <a:gradFill rotWithShape="0">
                          <a:gsLst>
                            <a:gs pos="0">
                              <a:srgbClr val="CCFFCC"/>
                            </a:gs>
                            <a:gs pos="100000">
                              <a:srgbClr val="FFFFCC"/>
                            </a:gs>
                          </a:gsLst>
                          <a:path path="shape">
                            <a:fillToRect l="50000" t="50000" r="50000" b="50000"/>
                          </a:path>
                          <a:tileRect/>
                        </a:gradFill>
                        <a:ln w="38100">
                          <a:noFill/>
                          <a:miter/>
                        </a:ln>
                      </p:spPr>
                    </p:pic>
                  </p:oleObj>
                </mc:Fallback>
              </mc:AlternateContent>
            </a:graphicData>
          </a:graphic>
        </p:graphicFrame>
        <p:sp>
          <p:nvSpPr>
            <p:cNvPr id="17418" name="Text Box 22"/>
            <p:cNvSpPr txBox="1"/>
            <p:nvPr/>
          </p:nvSpPr>
          <p:spPr>
            <a:xfrm>
              <a:off x="850606" y="4422775"/>
              <a:ext cx="5178054" cy="461145"/>
            </a:xfrm>
            <a:prstGeom prst="rect">
              <a:avLst/>
            </a:prstGeom>
            <a:gradFill rotWithShape="0">
              <a:gsLst>
                <a:gs pos="0">
                  <a:srgbClr val="CCFFCC"/>
                </a:gs>
                <a:gs pos="100000">
                  <a:srgbClr val="FFFFCC"/>
                </a:gs>
              </a:gsLst>
              <a:path path="shape">
                <a:fillToRect l="50000" t="50000" r="50000" b="50000"/>
              </a:path>
              <a:tileRect/>
            </a:gradFill>
            <a:ln w="12700">
              <a:noFill/>
            </a:ln>
          </p:spPr>
          <p:txBody>
            <a:bodyPr>
              <a:spAutoFit/>
            </a:bodyPr>
            <a:lstStyle/>
            <a:p>
              <a:pPr eaLnBrk="1" hangingPunct="1">
                <a:spcBef>
                  <a:spcPct val="50000"/>
                </a:spcBef>
              </a:pPr>
              <a:r>
                <a:rPr lang="zh-CN" altLang="en-US" b="1" dirty="0">
                  <a:solidFill>
                    <a:srgbClr val="002060"/>
                  </a:solidFill>
                  <a:latin typeface="华文中宋" panose="02010600040101010101" pitchFamily="2" charset="-122"/>
                </a:rPr>
                <a:t>二极管所承受的最大反向电压为</a:t>
              </a:r>
            </a:p>
          </p:txBody>
        </p:sp>
      </p:grpSp>
      <p:sp>
        <p:nvSpPr>
          <p:cNvPr id="14" name="Text Box 13"/>
          <p:cNvSpPr txBox="1"/>
          <p:nvPr/>
        </p:nvSpPr>
        <p:spPr>
          <a:xfrm>
            <a:off x="250825" y="5297488"/>
            <a:ext cx="8442325" cy="831850"/>
          </a:xfrm>
          <a:prstGeom prst="rect">
            <a:avLst/>
          </a:prstGeom>
          <a:noFill/>
          <a:ln w="12700">
            <a:noFill/>
          </a:ln>
        </p:spPr>
        <p:txBody>
          <a:bodyPr>
            <a:spAutoFit/>
          </a:bodyPr>
          <a:lstStyle/>
          <a:p>
            <a:pPr>
              <a:spcBef>
                <a:spcPct val="50000"/>
              </a:spcBef>
            </a:pPr>
            <a:r>
              <a:rPr lang="zh-CN" altLang="en-US" b="1" dirty="0">
                <a:solidFill>
                  <a:srgbClr val="FF0000"/>
                </a:solidFill>
                <a:latin typeface="华文中宋" panose="02010600040101010101" pitchFamily="2" charset="-122"/>
              </a:rPr>
              <a:t>单相桥式整流电路的效率较高，总体性能优于单相半波和全波整流电路，故广泛应用于直流电源之中。</a:t>
            </a:r>
            <a:endParaRPr lang="en-US" altLang="zh-CN" b="1" dirty="0">
              <a:solidFill>
                <a:srgbClr val="FF0000"/>
              </a:solidFill>
              <a:latin typeface="华文中宋" panose="02010600040101010101" pitchFamily="2" charset="-122"/>
            </a:endParaRPr>
          </a:p>
        </p:txBody>
      </p:sp>
      <p:sp>
        <p:nvSpPr>
          <p:cNvPr id="17415" name="矩形 16"/>
          <p:cNvSpPr/>
          <p:nvPr/>
        </p:nvSpPr>
        <p:spPr>
          <a:xfrm>
            <a:off x="288925" y="985838"/>
            <a:ext cx="7900988" cy="830262"/>
          </a:xfrm>
          <a:prstGeom prst="rect">
            <a:avLst/>
          </a:prstGeom>
          <a:noFill/>
          <a:ln w="9525">
            <a:noFill/>
          </a:ln>
        </p:spPr>
        <p:txBody>
          <a:bodyPr>
            <a:spAutoFit/>
          </a:bodyPr>
          <a:lstStyle/>
          <a:p>
            <a:pPr eaLnBrk="1" hangingPunct="1">
              <a:spcBef>
                <a:spcPct val="50000"/>
              </a:spcBef>
            </a:pPr>
            <a:r>
              <a:rPr lang="zh-CN" altLang="en-US" b="1" dirty="0">
                <a:solidFill>
                  <a:srgbClr val="002060"/>
                </a:solidFill>
                <a:latin typeface="华文中宋" panose="02010600040101010101" pitchFamily="2" charset="-122"/>
              </a:rPr>
              <a:t>输出电压是单相脉动电压。通常用它的平均值与直流电压等效。输出平均电压为</a:t>
            </a:r>
          </a:p>
        </p:txBody>
      </p:sp>
      <p:sp>
        <p:nvSpPr>
          <p:cNvPr id="15" name="Rectangle 2"/>
          <p:cNvSpPr>
            <a:spLocks noChangeArrowheads="1"/>
          </p:cNvSpPr>
          <p:nvPr/>
        </p:nvSpPr>
        <p:spPr bwMode="auto">
          <a:xfrm>
            <a:off x="395288" y="419100"/>
            <a:ext cx="7127875" cy="987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342900" marR="0" lvl="0" indent="-342900" algn="l" defTabSz="914400" rtl="0" eaLnBrk="0" fontAlgn="base" latinLnBrk="0" hangingPunct="0">
              <a:lnSpc>
                <a:spcPct val="100000"/>
              </a:lnSpc>
              <a:spcBef>
                <a:spcPct val="0"/>
              </a:spcBef>
              <a:spcAft>
                <a:spcPct val="0"/>
              </a:spcAft>
              <a:buClrTx/>
              <a:buSzTx/>
              <a:buFontTx/>
              <a:buNone/>
              <a:defRPr/>
            </a:pPr>
            <a:r>
              <a:rPr kumimoji="1" lang="zh-CN" altLang="en-US" sz="2800" b="1" i="0" u="none" strike="noStrike" kern="1200" cap="none" spc="0" normalizeH="0" baseline="0" noProof="0" dirty="0">
                <a:ln>
                  <a:noFill/>
                </a:ln>
                <a:solidFill>
                  <a:srgbClr val="003300"/>
                </a:solidFill>
                <a:effectLst/>
                <a:uLnTx/>
                <a:uFillTx/>
                <a:latin typeface="微软雅黑" panose="020B0503020204020204" pitchFamily="34" charset="-122"/>
                <a:ea typeface="微软雅黑" panose="020B0503020204020204" pitchFamily="34" charset="-122"/>
                <a:cs typeface="+mn-cs"/>
              </a:rPr>
              <a:t>单相桥式整流电路</a:t>
            </a:r>
          </a:p>
          <a:p>
            <a:pPr marL="342900" marR="0" lvl="0" indent="-342900" algn="l" defTabSz="914400" rtl="0" eaLnBrk="0" fontAlgn="base" latinLnBrk="0" hangingPunct="0">
              <a:lnSpc>
                <a:spcPct val="100000"/>
              </a:lnSpc>
              <a:spcBef>
                <a:spcPct val="0"/>
              </a:spcBef>
              <a:spcAft>
                <a:spcPct val="0"/>
              </a:spcAft>
              <a:buClrTx/>
              <a:buSzTx/>
              <a:buFontTx/>
              <a:buNone/>
              <a:defRPr/>
            </a:pPr>
            <a:endParaRPr kumimoji="1" lang="zh-CN" altLang="en-US" sz="3600" b="0" i="0" u="none" strike="noStrike" kern="1200" cap="none" spc="0" normalizeH="0" baseline="0" noProof="0" dirty="0">
              <a:ln w="0"/>
              <a:solidFill>
                <a:srgbClr val="003300"/>
              </a:solidFill>
              <a:effectLst>
                <a:outerShdw blurRad="38100" dist="19050" dir="2700000" algn="tl" rotWithShape="0">
                  <a:schemeClr val="dk1">
                    <a:alpha val="40000"/>
                  </a:schemeClr>
                </a:outerShdw>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7181"/>
                                        </p:tgtEl>
                                        <p:attrNameLst>
                                          <p:attrName>style.visibility</p:attrName>
                                        </p:attrNameLst>
                                      </p:cBhvr>
                                      <p:to>
                                        <p:strVal val="visible"/>
                                      </p:to>
                                    </p:set>
                                    <p:animEffect transition="in" filter="blinds(horizontal)">
                                      <p:cBhvr>
                                        <p:cTn id="7" dur="500"/>
                                        <p:tgtEl>
                                          <p:spTgt spid="7181"/>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5"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linds(vertical)">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5"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blinds(vertical)">
                                      <p:cBhvr>
                                        <p:cTn id="17" dur="50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17413"/>
                                        </p:tgtEl>
                                        <p:attrNameLst>
                                          <p:attrName>style.visibility</p:attrName>
                                        </p:attrNameLst>
                                      </p:cBhvr>
                                      <p:to>
                                        <p:strVal val="visible"/>
                                      </p:to>
                                    </p:set>
                                    <p:anim calcmode="lin" valueType="num">
                                      <p:cBhvr additive="base">
                                        <p:cTn id="22" dur="500" fill="hold"/>
                                        <p:tgtEl>
                                          <p:spTgt spid="17413"/>
                                        </p:tgtEl>
                                        <p:attrNameLst>
                                          <p:attrName>ppt_x</p:attrName>
                                        </p:attrNameLst>
                                      </p:cBhvr>
                                      <p:tavLst>
                                        <p:tav tm="0">
                                          <p:val>
                                            <p:strVal val="#ppt_x"/>
                                          </p:val>
                                        </p:tav>
                                        <p:tav tm="100000">
                                          <p:val>
                                            <p:strVal val="#ppt_x"/>
                                          </p:val>
                                        </p:tav>
                                      </p:tavLst>
                                    </p:anim>
                                    <p:anim calcmode="lin" valueType="num">
                                      <p:cBhvr additive="base">
                                        <p:cTn id="23" dur="500" fill="hold"/>
                                        <p:tgtEl>
                                          <p:spTgt spid="17413"/>
                                        </p:tgtEl>
                                        <p:attrNameLst>
                                          <p:attrName>ppt_y</p:attrName>
                                        </p:attrNameLst>
                                      </p:cBhvr>
                                      <p:tavLst>
                                        <p:tav tm="0">
                                          <p:val>
                                            <p:strVal val="1+#ppt_h/2"/>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2" presetClass="entr" presetSubtype="4" fill="hold" grpId="0" nodeType="clickEffect">
                                  <p:stCondLst>
                                    <p:cond delay="0"/>
                                  </p:stCondLst>
                                  <p:childTnLst>
                                    <p:set>
                                      <p:cBhvr>
                                        <p:cTn id="27" dur="1" fill="hold">
                                          <p:stCondLst>
                                            <p:cond delay="0"/>
                                          </p:stCondLst>
                                        </p:cTn>
                                        <p:tgtEl>
                                          <p:spTgt spid="14"/>
                                        </p:tgtEl>
                                        <p:attrNameLst>
                                          <p:attrName>style.visibility</p:attrName>
                                        </p:attrNameLst>
                                      </p:cBhvr>
                                      <p:to>
                                        <p:strVal val="visible"/>
                                      </p:to>
                                    </p:set>
                                    <p:anim calcmode="lin" valueType="num">
                                      <p:cBhvr additive="base">
                                        <p:cTn id="28" dur="500" fill="hold"/>
                                        <p:tgtEl>
                                          <p:spTgt spid="14"/>
                                        </p:tgtEl>
                                        <p:attrNameLst>
                                          <p:attrName>ppt_x</p:attrName>
                                        </p:attrNameLst>
                                      </p:cBhvr>
                                      <p:tavLst>
                                        <p:tav tm="0">
                                          <p:val>
                                            <p:strVal val="#ppt_x"/>
                                          </p:val>
                                        </p:tav>
                                        <p:tav tm="100000">
                                          <p:val>
                                            <p:strVal val="#ppt_x"/>
                                          </p:val>
                                        </p:tav>
                                      </p:tavLst>
                                    </p:anim>
                                    <p:anim calcmode="lin" valueType="num">
                                      <p:cBhvr additive="base">
                                        <p:cTn id="29"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Rectangle 3"/>
          <p:cNvSpPr/>
          <p:nvPr/>
        </p:nvSpPr>
        <p:spPr>
          <a:xfrm>
            <a:off x="625475" y="3192463"/>
            <a:ext cx="7402513" cy="1289050"/>
          </a:xfrm>
          <a:prstGeom prst="rect">
            <a:avLst/>
          </a:prstGeom>
          <a:noFill/>
          <a:ln w="9525">
            <a:noFill/>
          </a:ln>
        </p:spPr>
        <p:txBody>
          <a:bodyPr>
            <a:spAutoFit/>
          </a:bodyPr>
          <a:lstStyle/>
          <a:p>
            <a:pPr marL="3418205" indent="-3418205" eaLnBrk="1" hangingPunct="1">
              <a:lnSpc>
                <a:spcPct val="140000"/>
              </a:lnSpc>
            </a:pPr>
            <a:r>
              <a:rPr lang="zh-CN" altLang="en-US" sz="2800" b="1" u="sng" dirty="0">
                <a:solidFill>
                  <a:srgbClr val="800000"/>
                </a:solidFill>
                <a:latin typeface="华文中宋" panose="02010600040101010101" pitchFamily="2" charset="-122"/>
              </a:rPr>
              <a:t>滤波电路的结构特点</a:t>
            </a:r>
            <a:r>
              <a:rPr lang="en-US" altLang="zh-CN" sz="2800" b="1" u="sng" dirty="0">
                <a:solidFill>
                  <a:srgbClr val="800000"/>
                </a:solidFill>
                <a:latin typeface="华文中宋" panose="02010600040101010101" pitchFamily="2" charset="-122"/>
              </a:rPr>
              <a:t>:</a:t>
            </a:r>
            <a:r>
              <a:rPr lang="en-US" altLang="zh-CN" sz="2800" b="1" u="sng" dirty="0">
                <a:solidFill>
                  <a:srgbClr val="0000FF"/>
                </a:solidFill>
                <a:latin typeface="华文中宋" panose="02010600040101010101" pitchFamily="2" charset="-122"/>
              </a:rPr>
              <a:t> </a:t>
            </a:r>
            <a:r>
              <a:rPr lang="zh-CN" altLang="en-US" sz="2800" b="1" dirty="0">
                <a:latin typeface="华文中宋" panose="02010600040101010101" pitchFamily="2" charset="-122"/>
              </a:rPr>
              <a:t>电容与负载 </a:t>
            </a:r>
            <a:r>
              <a:rPr lang="en-US" altLang="zh-CN" sz="2800" b="1" i="1" dirty="0">
                <a:latin typeface="华文中宋" panose="02010600040101010101" pitchFamily="2" charset="-122"/>
              </a:rPr>
              <a:t>R</a:t>
            </a:r>
            <a:r>
              <a:rPr lang="en-US" altLang="zh-CN" sz="2800" b="1" i="1" baseline="-25000" dirty="0">
                <a:latin typeface="华文中宋" panose="02010600040101010101" pitchFamily="2" charset="-122"/>
              </a:rPr>
              <a:t>L </a:t>
            </a:r>
            <a:r>
              <a:rPr lang="zh-CN" altLang="en-US" sz="2800" b="1" dirty="0">
                <a:latin typeface="华文中宋" panose="02010600040101010101" pitchFamily="2" charset="-122"/>
              </a:rPr>
              <a:t>并联，或电感与负载</a:t>
            </a:r>
            <a:r>
              <a:rPr lang="en-US" altLang="zh-CN" sz="2800" b="1" i="1" dirty="0">
                <a:latin typeface="华文中宋" panose="02010600040101010101" pitchFamily="2" charset="-122"/>
              </a:rPr>
              <a:t>R</a:t>
            </a:r>
            <a:r>
              <a:rPr lang="en-US" altLang="zh-CN" sz="2800" b="1" i="1" baseline="-25000" dirty="0">
                <a:latin typeface="华文中宋" panose="02010600040101010101" pitchFamily="2" charset="-122"/>
              </a:rPr>
              <a:t>L</a:t>
            </a:r>
            <a:r>
              <a:rPr lang="zh-CN" altLang="en-US" sz="2800" b="1" dirty="0">
                <a:latin typeface="华文中宋" panose="02010600040101010101" pitchFamily="2" charset="-122"/>
              </a:rPr>
              <a:t>串联。</a:t>
            </a:r>
          </a:p>
        </p:txBody>
      </p:sp>
      <p:sp>
        <p:nvSpPr>
          <p:cNvPr id="17412" name="AutoShape 4"/>
          <p:cNvSpPr/>
          <p:nvPr/>
        </p:nvSpPr>
        <p:spPr>
          <a:xfrm>
            <a:off x="1033463" y="1052513"/>
            <a:ext cx="1209675" cy="1055687"/>
          </a:xfrm>
          <a:prstGeom prst="flowChartAlternateProcess">
            <a:avLst/>
          </a:prstGeom>
          <a:noFill/>
          <a:ln w="28575" cap="flat" cmpd="sng">
            <a:solidFill>
              <a:srgbClr val="FF0000"/>
            </a:solidFill>
            <a:prstDash val="solid"/>
            <a:miter/>
            <a:headEnd type="none" w="med" len="med"/>
            <a:tailEnd type="none" w="med" len="med"/>
          </a:ln>
        </p:spPr>
        <p:txBody>
          <a:bodyPr anchor="ctr" anchorCtr="0">
            <a:spAutoFit/>
          </a:bodyPr>
          <a:lstStyle/>
          <a:p>
            <a:pPr algn="ctr" eaLnBrk="1" hangingPunct="1"/>
            <a:r>
              <a:rPr lang="zh-CN" altLang="en-US" sz="2800" b="1" dirty="0">
                <a:latin typeface="微软雅黑" panose="020B0503020204020204" pitchFamily="34" charset="-122"/>
                <a:ea typeface="微软雅黑" panose="020B0503020204020204" pitchFamily="34" charset="-122"/>
              </a:rPr>
              <a:t>交流</a:t>
            </a:r>
          </a:p>
          <a:p>
            <a:pPr algn="ctr" eaLnBrk="1" hangingPunct="1"/>
            <a:r>
              <a:rPr lang="zh-CN" altLang="en-US" sz="2800" b="1" dirty="0">
                <a:latin typeface="微软雅黑" panose="020B0503020204020204" pitchFamily="34" charset="-122"/>
                <a:ea typeface="微软雅黑" panose="020B0503020204020204" pitchFamily="34" charset="-122"/>
              </a:rPr>
              <a:t>电压</a:t>
            </a:r>
          </a:p>
        </p:txBody>
      </p:sp>
      <p:sp>
        <p:nvSpPr>
          <p:cNvPr id="17413" name="AutoShape 5"/>
          <p:cNvSpPr/>
          <p:nvPr/>
        </p:nvSpPr>
        <p:spPr>
          <a:xfrm>
            <a:off x="3659188" y="1089025"/>
            <a:ext cx="1844675" cy="1055688"/>
          </a:xfrm>
          <a:prstGeom prst="flowChartAlternateProcess">
            <a:avLst/>
          </a:prstGeom>
          <a:noFill/>
          <a:ln w="3175" cap="flat" cmpd="sng">
            <a:solidFill>
              <a:srgbClr val="FF0000"/>
            </a:solidFill>
            <a:prstDash val="solid"/>
            <a:miter/>
            <a:headEnd type="none" w="med" len="med"/>
            <a:tailEnd type="none" w="med" len="med"/>
          </a:ln>
        </p:spPr>
        <p:txBody>
          <a:bodyPr anchor="ctr" anchorCtr="0">
            <a:spAutoFit/>
          </a:bodyPr>
          <a:lstStyle/>
          <a:p>
            <a:pPr algn="ctr" eaLnBrk="1" hangingPunct="1"/>
            <a:r>
              <a:rPr lang="zh-CN" altLang="en-US" sz="2800" b="1" dirty="0">
                <a:latin typeface="微软雅黑" panose="020B0503020204020204" pitchFamily="34" charset="-122"/>
                <a:ea typeface="微软雅黑" panose="020B0503020204020204" pitchFamily="34" charset="-122"/>
              </a:rPr>
              <a:t>脉动</a:t>
            </a:r>
          </a:p>
          <a:p>
            <a:pPr algn="ctr" eaLnBrk="1" hangingPunct="1"/>
            <a:r>
              <a:rPr lang="zh-CN" altLang="en-US" sz="2800" b="1" dirty="0">
                <a:latin typeface="微软雅黑" panose="020B0503020204020204" pitchFamily="34" charset="-122"/>
                <a:ea typeface="微软雅黑" panose="020B0503020204020204" pitchFamily="34" charset="-122"/>
              </a:rPr>
              <a:t>直流电压</a:t>
            </a:r>
          </a:p>
        </p:txBody>
      </p:sp>
      <p:grpSp>
        <p:nvGrpSpPr>
          <p:cNvPr id="2" name="Group 6"/>
          <p:cNvGrpSpPr/>
          <p:nvPr/>
        </p:nvGrpSpPr>
        <p:grpSpPr>
          <a:xfrm>
            <a:off x="2343150" y="1098550"/>
            <a:ext cx="1036638" cy="787400"/>
            <a:chOff x="1499" y="828"/>
            <a:chExt cx="653" cy="496"/>
          </a:xfrm>
        </p:grpSpPr>
        <p:sp>
          <p:nvSpPr>
            <p:cNvPr id="18463" name="Rectangle 7"/>
            <p:cNvSpPr/>
            <p:nvPr/>
          </p:nvSpPr>
          <p:spPr>
            <a:xfrm>
              <a:off x="1583" y="828"/>
              <a:ext cx="504" cy="288"/>
            </a:xfrm>
            <a:prstGeom prst="rect">
              <a:avLst/>
            </a:prstGeom>
            <a:noFill/>
            <a:ln w="3175">
              <a:noFill/>
            </a:ln>
          </p:spPr>
          <p:txBody>
            <a:bodyPr wrap="none" anchor="ctr" anchorCtr="0">
              <a:spAutoFit/>
            </a:bodyPr>
            <a:lstStyle/>
            <a:p>
              <a:pPr algn="ctr" eaLnBrk="1" hangingPunct="1"/>
              <a:r>
                <a:rPr lang="zh-CN" altLang="en-US" dirty="0">
                  <a:latin typeface="楷体_GB2312"/>
                  <a:ea typeface="楷体_GB2312"/>
                </a:rPr>
                <a:t>整流</a:t>
              </a:r>
            </a:p>
          </p:txBody>
        </p:sp>
        <p:sp>
          <p:nvSpPr>
            <p:cNvPr id="18464" name="AutoShape 8"/>
            <p:cNvSpPr/>
            <p:nvPr/>
          </p:nvSpPr>
          <p:spPr>
            <a:xfrm>
              <a:off x="1499" y="1059"/>
              <a:ext cx="653" cy="265"/>
            </a:xfrm>
            <a:prstGeom prst="notchedRightArrow">
              <a:avLst>
                <a:gd name="adj1" fmla="val 50000"/>
                <a:gd name="adj2" fmla="val 61603"/>
              </a:avLst>
            </a:prstGeom>
            <a:gradFill rotWithShape="0">
              <a:gsLst>
                <a:gs pos="0">
                  <a:srgbClr val="000000"/>
                </a:gs>
                <a:gs pos="50000">
                  <a:srgbClr val="FF0000"/>
                </a:gs>
                <a:gs pos="100000">
                  <a:srgbClr val="000000"/>
                </a:gs>
              </a:gsLst>
              <a:lin ang="0" scaled="1"/>
              <a:tileRect/>
            </a:gradFill>
            <a:ln w="3175">
              <a:noFill/>
            </a:ln>
          </p:spPr>
          <p:txBody>
            <a:bodyPr wrap="none" anchor="ctr" anchorCtr="0"/>
            <a:lstStyle/>
            <a:p>
              <a:pPr algn="ctr" eaLnBrk="1" hangingPunct="1">
                <a:spcBef>
                  <a:spcPct val="50000"/>
                </a:spcBef>
              </a:pPr>
              <a:endParaRPr lang="zh-CN" altLang="en-US" sz="2800" dirty="0">
                <a:latin typeface="Times New Roman" panose="02020603050405020304" pitchFamily="18" charset="0"/>
                <a:ea typeface="楷体_GB2312"/>
              </a:endParaRPr>
            </a:p>
          </p:txBody>
        </p:sp>
      </p:grpSp>
      <p:grpSp>
        <p:nvGrpSpPr>
          <p:cNvPr id="3" name="Group 9"/>
          <p:cNvGrpSpPr/>
          <p:nvPr/>
        </p:nvGrpSpPr>
        <p:grpSpPr>
          <a:xfrm>
            <a:off x="5570538" y="1189038"/>
            <a:ext cx="1036637" cy="762000"/>
            <a:chOff x="3537" y="817"/>
            <a:chExt cx="653" cy="480"/>
          </a:xfrm>
        </p:grpSpPr>
        <p:sp>
          <p:nvSpPr>
            <p:cNvPr id="18461" name="AutoShape 10"/>
            <p:cNvSpPr/>
            <p:nvPr/>
          </p:nvSpPr>
          <p:spPr>
            <a:xfrm>
              <a:off x="3537" y="1032"/>
              <a:ext cx="653" cy="265"/>
            </a:xfrm>
            <a:prstGeom prst="notchedRightArrow">
              <a:avLst>
                <a:gd name="adj1" fmla="val 50000"/>
                <a:gd name="adj2" fmla="val 61603"/>
              </a:avLst>
            </a:prstGeom>
            <a:gradFill rotWithShape="0">
              <a:gsLst>
                <a:gs pos="0">
                  <a:srgbClr val="000000"/>
                </a:gs>
                <a:gs pos="50000">
                  <a:srgbClr val="FF0000"/>
                </a:gs>
                <a:gs pos="100000">
                  <a:srgbClr val="000000"/>
                </a:gs>
              </a:gsLst>
              <a:lin ang="0" scaled="1"/>
              <a:tileRect/>
            </a:gradFill>
            <a:ln w="3175">
              <a:noFill/>
            </a:ln>
          </p:spPr>
          <p:txBody>
            <a:bodyPr wrap="none" anchor="ctr" anchorCtr="0"/>
            <a:lstStyle/>
            <a:p>
              <a:pPr algn="ctr" eaLnBrk="1" hangingPunct="1">
                <a:spcBef>
                  <a:spcPct val="50000"/>
                </a:spcBef>
              </a:pPr>
              <a:endParaRPr lang="zh-CN" altLang="en-US" sz="2800" dirty="0">
                <a:latin typeface="Times New Roman" panose="02020603050405020304" pitchFamily="18" charset="0"/>
                <a:ea typeface="楷体_GB2312"/>
              </a:endParaRPr>
            </a:p>
          </p:txBody>
        </p:sp>
        <p:sp>
          <p:nvSpPr>
            <p:cNvPr id="18462" name="Rectangle 11"/>
            <p:cNvSpPr/>
            <p:nvPr/>
          </p:nvSpPr>
          <p:spPr>
            <a:xfrm>
              <a:off x="3615" y="817"/>
              <a:ext cx="504" cy="288"/>
            </a:xfrm>
            <a:prstGeom prst="rect">
              <a:avLst/>
            </a:prstGeom>
            <a:noFill/>
            <a:ln w="3175">
              <a:noFill/>
            </a:ln>
          </p:spPr>
          <p:txBody>
            <a:bodyPr wrap="none" anchor="ctr" anchorCtr="0">
              <a:spAutoFit/>
            </a:bodyPr>
            <a:lstStyle/>
            <a:p>
              <a:pPr algn="ctr" eaLnBrk="1" hangingPunct="1"/>
              <a:r>
                <a:rPr lang="zh-CN" altLang="en-US" dirty="0">
                  <a:latin typeface="楷体_GB2312"/>
                  <a:ea typeface="楷体_GB2312"/>
                </a:rPr>
                <a:t>滤波</a:t>
              </a:r>
            </a:p>
          </p:txBody>
        </p:sp>
      </p:grpSp>
      <p:sp>
        <p:nvSpPr>
          <p:cNvPr id="17420" name="AutoShape 12"/>
          <p:cNvSpPr/>
          <p:nvPr/>
        </p:nvSpPr>
        <p:spPr>
          <a:xfrm>
            <a:off x="6769100" y="1092200"/>
            <a:ext cx="1266825" cy="1055688"/>
          </a:xfrm>
          <a:prstGeom prst="flowChartAlternateProcess">
            <a:avLst/>
          </a:prstGeom>
          <a:noFill/>
          <a:ln w="3175" cap="flat" cmpd="sng">
            <a:solidFill>
              <a:srgbClr val="FF0000"/>
            </a:solidFill>
            <a:prstDash val="solid"/>
            <a:miter/>
            <a:headEnd type="none" w="med" len="med"/>
            <a:tailEnd type="none" w="med" len="med"/>
          </a:ln>
        </p:spPr>
        <p:txBody>
          <a:bodyPr anchor="ctr" anchorCtr="0">
            <a:spAutoFit/>
          </a:bodyPr>
          <a:lstStyle/>
          <a:p>
            <a:pPr algn="ctr" eaLnBrk="1" hangingPunct="1"/>
            <a:r>
              <a:rPr lang="zh-CN" altLang="en-US" sz="2800" b="1" dirty="0">
                <a:latin typeface="微软雅黑" panose="020B0503020204020204" pitchFamily="34" charset="-122"/>
                <a:ea typeface="微软雅黑" panose="020B0503020204020204" pitchFamily="34" charset="-122"/>
              </a:rPr>
              <a:t>直流</a:t>
            </a:r>
          </a:p>
          <a:p>
            <a:pPr algn="ctr" eaLnBrk="1" hangingPunct="1"/>
            <a:r>
              <a:rPr lang="zh-CN" altLang="en-US" sz="2800" b="1" dirty="0">
                <a:latin typeface="微软雅黑" panose="020B0503020204020204" pitchFamily="34" charset="-122"/>
                <a:ea typeface="微软雅黑" panose="020B0503020204020204" pitchFamily="34" charset="-122"/>
              </a:rPr>
              <a:t>电压</a:t>
            </a:r>
          </a:p>
        </p:txBody>
      </p:sp>
      <p:grpSp>
        <p:nvGrpSpPr>
          <p:cNvPr id="9" name="Group 72"/>
          <p:cNvGrpSpPr/>
          <p:nvPr/>
        </p:nvGrpSpPr>
        <p:grpSpPr>
          <a:xfrm>
            <a:off x="1123950" y="2079625"/>
            <a:ext cx="7145338" cy="895350"/>
            <a:chOff x="708" y="1500"/>
            <a:chExt cx="4501" cy="564"/>
          </a:xfrm>
        </p:grpSpPr>
        <p:grpSp>
          <p:nvGrpSpPr>
            <p:cNvPr id="18443" name="Group 49"/>
            <p:cNvGrpSpPr/>
            <p:nvPr/>
          </p:nvGrpSpPr>
          <p:grpSpPr>
            <a:xfrm>
              <a:off x="2430" y="1609"/>
              <a:ext cx="943" cy="379"/>
              <a:chOff x="2286" y="1873"/>
              <a:chExt cx="943" cy="379"/>
            </a:xfrm>
          </p:grpSpPr>
          <p:sp>
            <p:nvSpPr>
              <p:cNvPr id="18456" name="Line 50"/>
              <p:cNvSpPr/>
              <p:nvPr/>
            </p:nvSpPr>
            <p:spPr>
              <a:xfrm flipV="1">
                <a:off x="2314" y="1873"/>
                <a:ext cx="0" cy="379"/>
              </a:xfrm>
              <a:prstGeom prst="line">
                <a:avLst/>
              </a:prstGeom>
              <a:ln w="28575" cap="flat" cmpd="sng">
                <a:solidFill>
                  <a:schemeClr val="tx1"/>
                </a:solidFill>
                <a:prstDash val="solid"/>
                <a:headEnd type="none" w="med" len="med"/>
                <a:tailEnd type="triangle" w="med" len="med"/>
              </a:ln>
            </p:spPr>
          </p:sp>
          <p:sp>
            <p:nvSpPr>
              <p:cNvPr id="18457" name="Line 51"/>
              <p:cNvSpPr/>
              <p:nvPr/>
            </p:nvSpPr>
            <p:spPr>
              <a:xfrm>
                <a:off x="2286" y="2197"/>
                <a:ext cx="943" cy="0"/>
              </a:xfrm>
              <a:prstGeom prst="line">
                <a:avLst/>
              </a:prstGeom>
              <a:ln w="28575" cap="flat" cmpd="sng">
                <a:solidFill>
                  <a:schemeClr val="tx1"/>
                </a:solidFill>
                <a:prstDash val="solid"/>
                <a:headEnd type="none" w="med" len="med"/>
                <a:tailEnd type="triangle" w="med" len="med"/>
              </a:ln>
            </p:spPr>
          </p:sp>
          <p:sp>
            <p:nvSpPr>
              <p:cNvPr id="18458" name="Freeform 52"/>
              <p:cNvSpPr/>
              <p:nvPr/>
            </p:nvSpPr>
            <p:spPr>
              <a:xfrm>
                <a:off x="2321" y="1970"/>
                <a:ext cx="260" cy="230"/>
              </a:xfrm>
              <a:custGeom>
                <a:avLst/>
                <a:gdLst>
                  <a:gd name="txL" fmla="*/ 0 w 488"/>
                  <a:gd name="txT" fmla="*/ 0 h 408"/>
                  <a:gd name="txR" fmla="*/ 488 w 488"/>
                  <a:gd name="txB" fmla="*/ 408 h 408"/>
                </a:gdLst>
                <a:ahLst/>
                <a:cxnLst>
                  <a:cxn ang="0">
                    <a:pos x="0" y="1"/>
                  </a:cxn>
                  <a:cxn ang="0">
                    <a:pos x="1" y="0"/>
                  </a:cxn>
                  <a:cxn ang="0">
                    <a:pos x="1" y="1"/>
                  </a:cxn>
                </a:cxnLst>
                <a:rect l="txL" t="txT" r="txR" b="txB"/>
                <a:pathLst>
                  <a:path w="488" h="408">
                    <a:moveTo>
                      <a:pt x="0" y="408"/>
                    </a:moveTo>
                    <a:cubicBezTo>
                      <a:pt x="75" y="204"/>
                      <a:pt x="151" y="0"/>
                      <a:pt x="232" y="0"/>
                    </a:cubicBezTo>
                    <a:cubicBezTo>
                      <a:pt x="313" y="0"/>
                      <a:pt x="400" y="204"/>
                      <a:pt x="488" y="408"/>
                    </a:cubicBezTo>
                  </a:path>
                </a:pathLst>
              </a:custGeom>
              <a:noFill/>
              <a:ln w="38100" cap="flat" cmpd="sng">
                <a:solidFill>
                  <a:srgbClr val="FF0000">
                    <a:alpha val="100000"/>
                  </a:srgbClr>
                </a:solidFill>
                <a:prstDash val="solid"/>
                <a:round/>
                <a:headEnd type="none" w="med" len="med"/>
                <a:tailEnd type="none" w="med" len="med"/>
              </a:ln>
            </p:spPr>
            <p:txBody>
              <a:bodyPr/>
              <a:lstStyle/>
              <a:p>
                <a:endParaRPr lang="zh-CN" altLang="en-US"/>
              </a:p>
            </p:txBody>
          </p:sp>
          <p:sp>
            <p:nvSpPr>
              <p:cNvPr id="18459" name="Freeform 53"/>
              <p:cNvSpPr/>
              <p:nvPr/>
            </p:nvSpPr>
            <p:spPr>
              <a:xfrm>
                <a:off x="2593" y="1975"/>
                <a:ext cx="260" cy="229"/>
              </a:xfrm>
              <a:custGeom>
                <a:avLst/>
                <a:gdLst>
                  <a:gd name="txL" fmla="*/ 0 w 488"/>
                  <a:gd name="txT" fmla="*/ 0 h 408"/>
                  <a:gd name="txR" fmla="*/ 488 w 488"/>
                  <a:gd name="txB" fmla="*/ 408 h 408"/>
                </a:gdLst>
                <a:ahLst/>
                <a:cxnLst>
                  <a:cxn ang="0">
                    <a:pos x="0" y="1"/>
                  </a:cxn>
                  <a:cxn ang="0">
                    <a:pos x="1" y="0"/>
                  </a:cxn>
                  <a:cxn ang="0">
                    <a:pos x="1" y="1"/>
                  </a:cxn>
                </a:cxnLst>
                <a:rect l="txL" t="txT" r="txR" b="txB"/>
                <a:pathLst>
                  <a:path w="488" h="408">
                    <a:moveTo>
                      <a:pt x="0" y="408"/>
                    </a:moveTo>
                    <a:cubicBezTo>
                      <a:pt x="75" y="204"/>
                      <a:pt x="151" y="0"/>
                      <a:pt x="232" y="0"/>
                    </a:cubicBezTo>
                    <a:cubicBezTo>
                      <a:pt x="313" y="0"/>
                      <a:pt x="400" y="204"/>
                      <a:pt x="488" y="408"/>
                    </a:cubicBezTo>
                  </a:path>
                </a:pathLst>
              </a:custGeom>
              <a:noFill/>
              <a:ln w="38100" cap="flat" cmpd="sng">
                <a:solidFill>
                  <a:srgbClr val="FF0000">
                    <a:alpha val="100000"/>
                  </a:srgbClr>
                </a:solidFill>
                <a:prstDash val="solid"/>
                <a:round/>
                <a:headEnd type="none" w="med" len="med"/>
                <a:tailEnd type="none" w="med" len="med"/>
              </a:ln>
            </p:spPr>
            <p:txBody>
              <a:bodyPr/>
              <a:lstStyle/>
              <a:p>
                <a:endParaRPr lang="zh-CN" altLang="en-US"/>
              </a:p>
            </p:txBody>
          </p:sp>
          <p:sp>
            <p:nvSpPr>
              <p:cNvPr id="18460" name="Freeform 54"/>
              <p:cNvSpPr/>
              <p:nvPr/>
            </p:nvSpPr>
            <p:spPr>
              <a:xfrm>
                <a:off x="2854" y="1969"/>
                <a:ext cx="261" cy="229"/>
              </a:xfrm>
              <a:custGeom>
                <a:avLst/>
                <a:gdLst>
                  <a:gd name="txL" fmla="*/ 0 w 488"/>
                  <a:gd name="txT" fmla="*/ 0 h 408"/>
                  <a:gd name="txR" fmla="*/ 488 w 488"/>
                  <a:gd name="txB" fmla="*/ 408 h 408"/>
                </a:gdLst>
                <a:ahLst/>
                <a:cxnLst>
                  <a:cxn ang="0">
                    <a:pos x="0" y="1"/>
                  </a:cxn>
                  <a:cxn ang="0">
                    <a:pos x="1" y="0"/>
                  </a:cxn>
                  <a:cxn ang="0">
                    <a:pos x="1" y="1"/>
                  </a:cxn>
                </a:cxnLst>
                <a:rect l="txL" t="txT" r="txR" b="txB"/>
                <a:pathLst>
                  <a:path w="488" h="408">
                    <a:moveTo>
                      <a:pt x="0" y="408"/>
                    </a:moveTo>
                    <a:cubicBezTo>
                      <a:pt x="75" y="204"/>
                      <a:pt x="151" y="0"/>
                      <a:pt x="232" y="0"/>
                    </a:cubicBezTo>
                    <a:cubicBezTo>
                      <a:pt x="313" y="0"/>
                      <a:pt x="400" y="204"/>
                      <a:pt x="488" y="408"/>
                    </a:cubicBezTo>
                  </a:path>
                </a:pathLst>
              </a:custGeom>
              <a:noFill/>
              <a:ln w="38100" cap="flat" cmpd="sng">
                <a:solidFill>
                  <a:srgbClr val="FF0000">
                    <a:alpha val="100000"/>
                  </a:srgbClr>
                </a:solidFill>
                <a:prstDash val="solid"/>
                <a:round/>
                <a:headEnd type="none" w="med" len="med"/>
                <a:tailEnd type="none" w="med" len="med"/>
              </a:ln>
            </p:spPr>
            <p:txBody>
              <a:bodyPr/>
              <a:lstStyle/>
              <a:p>
                <a:endParaRPr lang="zh-CN" altLang="en-US"/>
              </a:p>
            </p:txBody>
          </p:sp>
        </p:grpSp>
        <p:grpSp>
          <p:nvGrpSpPr>
            <p:cNvPr id="18444" name="Group 63"/>
            <p:cNvGrpSpPr/>
            <p:nvPr/>
          </p:nvGrpSpPr>
          <p:grpSpPr>
            <a:xfrm>
              <a:off x="4266" y="1573"/>
              <a:ext cx="943" cy="379"/>
              <a:chOff x="4266" y="1573"/>
              <a:chExt cx="943" cy="379"/>
            </a:xfrm>
          </p:grpSpPr>
          <p:sp>
            <p:nvSpPr>
              <p:cNvPr id="18453" name="Line 56"/>
              <p:cNvSpPr/>
              <p:nvPr/>
            </p:nvSpPr>
            <p:spPr>
              <a:xfrm flipV="1">
                <a:off x="4294" y="1573"/>
                <a:ext cx="0" cy="379"/>
              </a:xfrm>
              <a:prstGeom prst="line">
                <a:avLst/>
              </a:prstGeom>
              <a:ln w="28575" cap="flat" cmpd="sng">
                <a:solidFill>
                  <a:schemeClr val="tx1"/>
                </a:solidFill>
                <a:prstDash val="solid"/>
                <a:headEnd type="none" w="med" len="med"/>
                <a:tailEnd type="triangle" w="med" len="med"/>
              </a:ln>
            </p:spPr>
          </p:sp>
          <p:sp>
            <p:nvSpPr>
              <p:cNvPr id="18454" name="Line 57"/>
              <p:cNvSpPr/>
              <p:nvPr/>
            </p:nvSpPr>
            <p:spPr>
              <a:xfrm>
                <a:off x="4266" y="1897"/>
                <a:ext cx="943" cy="0"/>
              </a:xfrm>
              <a:prstGeom prst="line">
                <a:avLst/>
              </a:prstGeom>
              <a:ln w="28575" cap="flat" cmpd="sng">
                <a:solidFill>
                  <a:schemeClr val="tx1"/>
                </a:solidFill>
                <a:prstDash val="solid"/>
                <a:headEnd type="none" w="med" len="med"/>
                <a:tailEnd type="triangle" w="med" len="med"/>
              </a:ln>
            </p:spPr>
          </p:sp>
          <p:sp>
            <p:nvSpPr>
              <p:cNvPr id="18455" name="Freeform 62"/>
              <p:cNvSpPr/>
              <p:nvPr/>
            </p:nvSpPr>
            <p:spPr>
              <a:xfrm>
                <a:off x="4302" y="1757"/>
                <a:ext cx="792" cy="37"/>
              </a:xfrm>
              <a:custGeom>
                <a:avLst/>
                <a:gdLst>
                  <a:gd name="txL" fmla="*/ 0 w 792"/>
                  <a:gd name="txT" fmla="*/ 0 h 37"/>
                  <a:gd name="txR" fmla="*/ 792 w 792"/>
                  <a:gd name="txB" fmla="*/ 37 h 37"/>
                </a:gdLst>
                <a:ahLst/>
                <a:cxnLst>
                  <a:cxn ang="0">
                    <a:pos x="0" y="31"/>
                  </a:cxn>
                  <a:cxn ang="0">
                    <a:pos x="126" y="1"/>
                  </a:cxn>
                  <a:cxn ang="0">
                    <a:pos x="270" y="37"/>
                  </a:cxn>
                  <a:cxn ang="0">
                    <a:pos x="402" y="1"/>
                  </a:cxn>
                  <a:cxn ang="0">
                    <a:pos x="528" y="31"/>
                  </a:cxn>
                  <a:cxn ang="0">
                    <a:pos x="654" y="1"/>
                  </a:cxn>
                  <a:cxn ang="0">
                    <a:pos x="792" y="25"/>
                  </a:cxn>
                </a:cxnLst>
                <a:rect l="txL" t="txT" r="txR" b="txB"/>
                <a:pathLst>
                  <a:path w="792" h="37">
                    <a:moveTo>
                      <a:pt x="0" y="31"/>
                    </a:moveTo>
                    <a:cubicBezTo>
                      <a:pt x="40" y="15"/>
                      <a:pt x="81" y="0"/>
                      <a:pt x="126" y="1"/>
                    </a:cubicBezTo>
                    <a:cubicBezTo>
                      <a:pt x="171" y="2"/>
                      <a:pt x="224" y="37"/>
                      <a:pt x="270" y="37"/>
                    </a:cubicBezTo>
                    <a:cubicBezTo>
                      <a:pt x="316" y="37"/>
                      <a:pt x="359" y="2"/>
                      <a:pt x="402" y="1"/>
                    </a:cubicBezTo>
                    <a:cubicBezTo>
                      <a:pt x="445" y="0"/>
                      <a:pt x="486" y="31"/>
                      <a:pt x="528" y="31"/>
                    </a:cubicBezTo>
                    <a:cubicBezTo>
                      <a:pt x="570" y="31"/>
                      <a:pt x="610" y="2"/>
                      <a:pt x="654" y="1"/>
                    </a:cubicBezTo>
                    <a:cubicBezTo>
                      <a:pt x="698" y="0"/>
                      <a:pt x="767" y="21"/>
                      <a:pt x="792" y="25"/>
                    </a:cubicBezTo>
                  </a:path>
                </a:pathLst>
              </a:custGeom>
              <a:noFill/>
              <a:ln w="38100" cap="flat" cmpd="sng">
                <a:solidFill>
                  <a:srgbClr val="FF33CC">
                    <a:alpha val="100000"/>
                  </a:srgbClr>
                </a:solidFill>
                <a:prstDash val="solid"/>
                <a:round/>
                <a:headEnd type="none" w="med" len="med"/>
                <a:tailEnd type="none" w="med" len="med"/>
              </a:ln>
            </p:spPr>
            <p:txBody>
              <a:bodyPr/>
              <a:lstStyle/>
              <a:p>
                <a:endParaRPr lang="zh-CN" altLang="en-US"/>
              </a:p>
            </p:txBody>
          </p:sp>
        </p:grpSp>
        <p:grpSp>
          <p:nvGrpSpPr>
            <p:cNvPr id="18445" name="Group 64"/>
            <p:cNvGrpSpPr/>
            <p:nvPr/>
          </p:nvGrpSpPr>
          <p:grpSpPr>
            <a:xfrm>
              <a:off x="708" y="1500"/>
              <a:ext cx="1032" cy="564"/>
              <a:chOff x="1800" y="1164"/>
              <a:chExt cx="1032" cy="564"/>
            </a:xfrm>
          </p:grpSpPr>
          <p:grpSp>
            <p:nvGrpSpPr>
              <p:cNvPr id="18446" name="Group 65"/>
              <p:cNvGrpSpPr/>
              <p:nvPr/>
            </p:nvGrpSpPr>
            <p:grpSpPr>
              <a:xfrm>
                <a:off x="1860" y="1284"/>
                <a:ext cx="828" cy="444"/>
                <a:chOff x="792" y="616"/>
                <a:chExt cx="1980" cy="816"/>
              </a:xfrm>
            </p:grpSpPr>
            <p:sp>
              <p:nvSpPr>
                <p:cNvPr id="18449" name="Freeform 66"/>
                <p:cNvSpPr/>
                <p:nvPr/>
              </p:nvSpPr>
              <p:spPr>
                <a:xfrm>
                  <a:off x="792" y="616"/>
                  <a:ext cx="488" cy="408"/>
                </a:xfrm>
                <a:custGeom>
                  <a:avLst/>
                  <a:gdLst>
                    <a:gd name="txL" fmla="*/ 0 w 488"/>
                    <a:gd name="txT" fmla="*/ 0 h 408"/>
                    <a:gd name="txR" fmla="*/ 488 w 488"/>
                    <a:gd name="txB" fmla="*/ 408 h 408"/>
                  </a:gdLst>
                  <a:ahLst/>
                  <a:cxnLst>
                    <a:cxn ang="0">
                      <a:pos x="0" y="408"/>
                    </a:cxn>
                    <a:cxn ang="0">
                      <a:pos x="232" y="0"/>
                    </a:cxn>
                    <a:cxn ang="0">
                      <a:pos x="488" y="408"/>
                    </a:cxn>
                  </a:cxnLst>
                  <a:rect l="txL" t="txT" r="txR" b="txB"/>
                  <a:pathLst>
                    <a:path w="488" h="408">
                      <a:moveTo>
                        <a:pt x="0" y="408"/>
                      </a:moveTo>
                      <a:cubicBezTo>
                        <a:pt x="75" y="204"/>
                        <a:pt x="151" y="0"/>
                        <a:pt x="232" y="0"/>
                      </a:cubicBezTo>
                      <a:cubicBezTo>
                        <a:pt x="313" y="0"/>
                        <a:pt x="400" y="204"/>
                        <a:pt x="488" y="408"/>
                      </a:cubicBezTo>
                    </a:path>
                  </a:pathLst>
                </a:custGeom>
                <a:noFill/>
                <a:ln w="38100" cap="flat" cmpd="sng">
                  <a:solidFill>
                    <a:srgbClr val="FF0000">
                      <a:alpha val="100000"/>
                    </a:srgbClr>
                  </a:solidFill>
                  <a:prstDash val="solid"/>
                  <a:round/>
                  <a:headEnd type="none" w="med" len="med"/>
                  <a:tailEnd type="none" w="med" len="med"/>
                </a:ln>
              </p:spPr>
              <p:txBody>
                <a:bodyPr/>
                <a:lstStyle/>
                <a:p>
                  <a:endParaRPr lang="zh-CN" altLang="en-US"/>
                </a:p>
              </p:txBody>
            </p:sp>
            <p:sp>
              <p:nvSpPr>
                <p:cNvPr id="18450" name="Freeform 67"/>
                <p:cNvSpPr/>
                <p:nvPr/>
              </p:nvSpPr>
              <p:spPr>
                <a:xfrm flipV="1">
                  <a:off x="1302" y="1020"/>
                  <a:ext cx="488" cy="408"/>
                </a:xfrm>
                <a:custGeom>
                  <a:avLst/>
                  <a:gdLst>
                    <a:gd name="txL" fmla="*/ 0 w 488"/>
                    <a:gd name="txT" fmla="*/ 0 h 408"/>
                    <a:gd name="txR" fmla="*/ 488 w 488"/>
                    <a:gd name="txB" fmla="*/ 408 h 408"/>
                  </a:gdLst>
                  <a:ahLst/>
                  <a:cxnLst>
                    <a:cxn ang="0">
                      <a:pos x="0" y="408"/>
                    </a:cxn>
                    <a:cxn ang="0">
                      <a:pos x="232" y="0"/>
                    </a:cxn>
                    <a:cxn ang="0">
                      <a:pos x="488" y="408"/>
                    </a:cxn>
                  </a:cxnLst>
                  <a:rect l="txL" t="txT" r="txR" b="txB"/>
                  <a:pathLst>
                    <a:path w="488" h="408">
                      <a:moveTo>
                        <a:pt x="0" y="408"/>
                      </a:moveTo>
                      <a:cubicBezTo>
                        <a:pt x="75" y="204"/>
                        <a:pt x="151" y="0"/>
                        <a:pt x="232" y="0"/>
                      </a:cubicBezTo>
                      <a:cubicBezTo>
                        <a:pt x="313" y="0"/>
                        <a:pt x="400" y="204"/>
                        <a:pt x="488" y="408"/>
                      </a:cubicBezTo>
                    </a:path>
                  </a:pathLst>
                </a:custGeom>
                <a:noFill/>
                <a:ln w="38100" cap="flat" cmpd="sng">
                  <a:solidFill>
                    <a:srgbClr val="FF0000">
                      <a:alpha val="100000"/>
                    </a:srgbClr>
                  </a:solidFill>
                  <a:prstDash val="solid"/>
                  <a:round/>
                  <a:headEnd type="none" w="med" len="med"/>
                  <a:tailEnd type="none" w="med" len="med"/>
                </a:ln>
              </p:spPr>
              <p:txBody>
                <a:bodyPr/>
                <a:lstStyle/>
                <a:p>
                  <a:endParaRPr lang="zh-CN" altLang="en-US"/>
                </a:p>
              </p:txBody>
            </p:sp>
            <p:sp>
              <p:nvSpPr>
                <p:cNvPr id="18451" name="Freeform 68"/>
                <p:cNvSpPr/>
                <p:nvPr/>
              </p:nvSpPr>
              <p:spPr>
                <a:xfrm>
                  <a:off x="1792" y="620"/>
                  <a:ext cx="488" cy="408"/>
                </a:xfrm>
                <a:custGeom>
                  <a:avLst/>
                  <a:gdLst>
                    <a:gd name="txL" fmla="*/ 0 w 488"/>
                    <a:gd name="txT" fmla="*/ 0 h 408"/>
                    <a:gd name="txR" fmla="*/ 488 w 488"/>
                    <a:gd name="txB" fmla="*/ 408 h 408"/>
                  </a:gdLst>
                  <a:ahLst/>
                  <a:cxnLst>
                    <a:cxn ang="0">
                      <a:pos x="0" y="408"/>
                    </a:cxn>
                    <a:cxn ang="0">
                      <a:pos x="232" y="0"/>
                    </a:cxn>
                    <a:cxn ang="0">
                      <a:pos x="488" y="408"/>
                    </a:cxn>
                  </a:cxnLst>
                  <a:rect l="txL" t="txT" r="txR" b="txB"/>
                  <a:pathLst>
                    <a:path w="488" h="408">
                      <a:moveTo>
                        <a:pt x="0" y="408"/>
                      </a:moveTo>
                      <a:cubicBezTo>
                        <a:pt x="75" y="204"/>
                        <a:pt x="151" y="0"/>
                        <a:pt x="232" y="0"/>
                      </a:cubicBezTo>
                      <a:cubicBezTo>
                        <a:pt x="313" y="0"/>
                        <a:pt x="400" y="204"/>
                        <a:pt x="488" y="408"/>
                      </a:cubicBezTo>
                    </a:path>
                  </a:pathLst>
                </a:custGeom>
                <a:noFill/>
                <a:ln w="38100" cap="flat" cmpd="sng">
                  <a:solidFill>
                    <a:srgbClr val="FF0000">
                      <a:alpha val="100000"/>
                    </a:srgbClr>
                  </a:solidFill>
                  <a:prstDash val="solid"/>
                  <a:round/>
                  <a:headEnd type="none" w="med" len="med"/>
                  <a:tailEnd type="none" w="med" len="med"/>
                </a:ln>
              </p:spPr>
              <p:txBody>
                <a:bodyPr/>
                <a:lstStyle/>
                <a:p>
                  <a:endParaRPr lang="zh-CN" altLang="en-US"/>
                </a:p>
              </p:txBody>
            </p:sp>
            <p:sp>
              <p:nvSpPr>
                <p:cNvPr id="18452" name="Freeform 69"/>
                <p:cNvSpPr/>
                <p:nvPr/>
              </p:nvSpPr>
              <p:spPr>
                <a:xfrm flipV="1">
                  <a:off x="2284" y="1024"/>
                  <a:ext cx="488" cy="408"/>
                </a:xfrm>
                <a:custGeom>
                  <a:avLst/>
                  <a:gdLst>
                    <a:gd name="txL" fmla="*/ 0 w 488"/>
                    <a:gd name="txT" fmla="*/ 0 h 408"/>
                    <a:gd name="txR" fmla="*/ 488 w 488"/>
                    <a:gd name="txB" fmla="*/ 408 h 408"/>
                  </a:gdLst>
                  <a:ahLst/>
                  <a:cxnLst>
                    <a:cxn ang="0">
                      <a:pos x="0" y="408"/>
                    </a:cxn>
                    <a:cxn ang="0">
                      <a:pos x="232" y="0"/>
                    </a:cxn>
                    <a:cxn ang="0">
                      <a:pos x="488" y="408"/>
                    </a:cxn>
                  </a:cxnLst>
                  <a:rect l="txL" t="txT" r="txR" b="txB"/>
                  <a:pathLst>
                    <a:path w="488" h="408">
                      <a:moveTo>
                        <a:pt x="0" y="408"/>
                      </a:moveTo>
                      <a:cubicBezTo>
                        <a:pt x="75" y="204"/>
                        <a:pt x="151" y="0"/>
                        <a:pt x="232" y="0"/>
                      </a:cubicBezTo>
                      <a:cubicBezTo>
                        <a:pt x="313" y="0"/>
                        <a:pt x="400" y="204"/>
                        <a:pt x="488" y="408"/>
                      </a:cubicBezTo>
                    </a:path>
                  </a:pathLst>
                </a:custGeom>
                <a:noFill/>
                <a:ln w="38100" cap="flat" cmpd="sng">
                  <a:solidFill>
                    <a:srgbClr val="FF0000">
                      <a:alpha val="100000"/>
                    </a:srgbClr>
                  </a:solidFill>
                  <a:prstDash val="solid"/>
                  <a:round/>
                  <a:headEnd type="none" w="med" len="med"/>
                  <a:tailEnd type="none" w="med" len="med"/>
                </a:ln>
              </p:spPr>
              <p:txBody>
                <a:bodyPr/>
                <a:lstStyle/>
                <a:p>
                  <a:endParaRPr lang="zh-CN" altLang="en-US"/>
                </a:p>
              </p:txBody>
            </p:sp>
          </p:grpSp>
          <p:sp>
            <p:nvSpPr>
              <p:cNvPr id="18447" name="Line 70"/>
              <p:cNvSpPr/>
              <p:nvPr/>
            </p:nvSpPr>
            <p:spPr>
              <a:xfrm>
                <a:off x="1800" y="1500"/>
                <a:ext cx="1032" cy="0"/>
              </a:xfrm>
              <a:prstGeom prst="line">
                <a:avLst/>
              </a:prstGeom>
              <a:ln w="28575" cap="flat" cmpd="sng">
                <a:solidFill>
                  <a:schemeClr val="tx1"/>
                </a:solidFill>
                <a:prstDash val="solid"/>
                <a:headEnd type="none" w="med" len="med"/>
                <a:tailEnd type="triangle" w="med" len="med"/>
              </a:ln>
            </p:spPr>
          </p:sp>
          <p:sp>
            <p:nvSpPr>
              <p:cNvPr id="18448" name="Line 71"/>
              <p:cNvSpPr/>
              <p:nvPr/>
            </p:nvSpPr>
            <p:spPr>
              <a:xfrm flipV="1">
                <a:off x="1848" y="1164"/>
                <a:ext cx="0" cy="552"/>
              </a:xfrm>
              <a:prstGeom prst="line">
                <a:avLst/>
              </a:prstGeom>
              <a:ln w="28575" cap="flat" cmpd="sng">
                <a:solidFill>
                  <a:schemeClr val="tx1"/>
                </a:solidFill>
                <a:prstDash val="solid"/>
                <a:headEnd type="none" w="med" len="med"/>
                <a:tailEnd type="triangle" w="med" len="med"/>
              </a:ln>
            </p:spPr>
          </p:sp>
        </p:grpSp>
      </p:grpSp>
      <p:sp>
        <p:nvSpPr>
          <p:cNvPr id="4" name="矩形 3"/>
          <p:cNvSpPr/>
          <p:nvPr/>
        </p:nvSpPr>
        <p:spPr>
          <a:xfrm>
            <a:off x="517525" y="4867275"/>
            <a:ext cx="8177213" cy="830263"/>
          </a:xfrm>
          <a:prstGeom prst="rect">
            <a:avLst/>
          </a:prstGeom>
          <a:noFill/>
          <a:ln w="9525">
            <a:noFill/>
          </a:ln>
        </p:spPr>
        <p:txBody>
          <a:bodyPr>
            <a:spAutoFit/>
          </a:bodyPr>
          <a:lstStyle/>
          <a:p>
            <a:r>
              <a:rPr lang="zh-CN" altLang="en-US" b="1" dirty="0">
                <a:solidFill>
                  <a:srgbClr val="002060"/>
                </a:solidFill>
                <a:latin typeface="PingFang SC"/>
              </a:rPr>
              <a:t>电容滤波：适用于小电流，电流越小滤波效果越好。</a:t>
            </a:r>
          </a:p>
          <a:p>
            <a:r>
              <a:rPr lang="zh-CN" altLang="en-US" b="1" dirty="0">
                <a:solidFill>
                  <a:srgbClr val="002060"/>
                </a:solidFill>
                <a:latin typeface="PingFang SC"/>
              </a:rPr>
              <a:t>电感滤波：适用于大电流，电流越大滤波效果越好。</a:t>
            </a:r>
          </a:p>
        </p:txBody>
      </p:sp>
      <p:sp>
        <p:nvSpPr>
          <p:cNvPr id="33" name="Rectangle 66"/>
          <p:cNvSpPr>
            <a:spLocks noChangeArrowheads="1"/>
          </p:cNvSpPr>
          <p:nvPr/>
        </p:nvSpPr>
        <p:spPr bwMode="auto">
          <a:xfrm>
            <a:off x="160338" y="211138"/>
            <a:ext cx="7483475"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lstStyle>
            <a:lvl1pPr marL="342900" indent="-3429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342900" marR="0" lvl="0" indent="-342900" algn="l" defTabSz="914400" rtl="0" eaLnBrk="0" fontAlgn="base" latinLnBrk="0" hangingPunct="0">
              <a:lnSpc>
                <a:spcPct val="100000"/>
              </a:lnSpc>
              <a:spcBef>
                <a:spcPct val="0"/>
              </a:spcBef>
              <a:spcAft>
                <a:spcPct val="0"/>
              </a:spcAft>
              <a:buClrTx/>
              <a:buSzTx/>
              <a:buFontTx/>
              <a:buNone/>
              <a:defRPr/>
            </a:pPr>
            <a:r>
              <a:rPr kumimoji="1" lang="zh-CN" altLang="en-US" sz="3600" b="0" i="0" u="none" strike="noStrike" kern="1200" cap="none" spc="0" normalizeH="0" baseline="0" noProof="0" dirty="0">
                <a:ln w="0"/>
                <a:solidFill>
                  <a:srgbClr val="FF0000"/>
                </a:solidFill>
                <a:effectLst>
                  <a:outerShdw blurRad="38100" dist="19050" dir="2700000" algn="tl" rotWithShape="0">
                    <a:schemeClr val="dk1">
                      <a:alpha val="40000"/>
                    </a:schemeClr>
                  </a:outerShdw>
                </a:effectLst>
                <a:uLnTx/>
                <a:uFillTx/>
                <a:latin typeface="微软雅黑" panose="020B0503020204020204" pitchFamily="34" charset="-122"/>
                <a:ea typeface="微软雅黑" panose="020B0503020204020204" pitchFamily="34" charset="-122"/>
                <a:cs typeface="+mn-cs"/>
              </a:rPr>
              <a:t>二、实验原理</a:t>
            </a:r>
            <a:r>
              <a:rPr kumimoji="1" lang="en-US" altLang="zh-CN" sz="3600" b="0" i="0" u="none" strike="noStrike" kern="1200" cap="none" spc="0" normalizeH="0" baseline="0" noProof="0" dirty="0">
                <a:ln w="0"/>
                <a:solidFill>
                  <a:srgbClr val="FF0000"/>
                </a:solidFill>
                <a:effectLst>
                  <a:outerShdw blurRad="38100" dist="19050" dir="2700000" algn="tl" rotWithShape="0">
                    <a:schemeClr val="dk1">
                      <a:alpha val="40000"/>
                    </a:schemeClr>
                  </a:outerShdw>
                </a:effectLst>
                <a:uLnTx/>
                <a:uFillTx/>
                <a:latin typeface="微软雅黑" panose="020B0503020204020204" pitchFamily="34" charset="-122"/>
                <a:ea typeface="微软雅黑" panose="020B0503020204020204" pitchFamily="34" charset="-122"/>
                <a:cs typeface="+mn-cs"/>
              </a:rPr>
              <a:t>/</a:t>
            </a:r>
            <a:r>
              <a:rPr kumimoji="1" lang="en-US" altLang="zh-CN" sz="2800" b="0" i="0" u="none" strike="noStrike" kern="1200" cap="none" spc="0" normalizeH="0" baseline="0" noProof="0" dirty="0">
                <a:ln w="0"/>
                <a:solidFill>
                  <a:srgbClr val="003300"/>
                </a:solidFill>
                <a:effectLst>
                  <a:outerShdw blurRad="38100" dist="19050" dir="2700000" algn="tl" rotWithShape="0">
                    <a:schemeClr val="dk1">
                      <a:alpha val="40000"/>
                    </a:schemeClr>
                  </a:outerShdw>
                </a:effectLst>
                <a:uLnTx/>
                <a:uFillTx/>
                <a:latin typeface="微软雅黑" panose="020B0503020204020204" pitchFamily="34" charset="-122"/>
                <a:ea typeface="微软雅黑" panose="020B0503020204020204" pitchFamily="34" charset="-122"/>
                <a:cs typeface="+mn-cs"/>
              </a:rPr>
              <a:t>2.3</a:t>
            </a:r>
            <a:r>
              <a:rPr kumimoji="1" lang="zh-CN" altLang="en-US" sz="2800" b="0" i="0" u="none" strike="noStrike" kern="1200" cap="none" spc="0" normalizeH="0" baseline="0" noProof="0" dirty="0">
                <a:ln w="0"/>
                <a:solidFill>
                  <a:srgbClr val="003300"/>
                </a:solidFill>
                <a:effectLst>
                  <a:outerShdw blurRad="38100" dist="19050" dir="2700000" algn="tl" rotWithShape="0">
                    <a:schemeClr val="dk1">
                      <a:alpha val="40000"/>
                    </a:schemeClr>
                  </a:outerShdw>
                </a:effectLst>
                <a:uLnTx/>
                <a:uFillTx/>
                <a:latin typeface="微软雅黑" panose="020B0503020204020204" pitchFamily="34" charset="-122"/>
                <a:ea typeface="微软雅黑" panose="020B0503020204020204" pitchFamily="34" charset="-122"/>
                <a:cs typeface="+mn-cs"/>
              </a:rPr>
              <a:t>滤波电路</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7412"/>
                                        </p:tgtEl>
                                        <p:attrNameLst>
                                          <p:attrName>style.visibility</p:attrName>
                                        </p:attrNameLst>
                                      </p:cBhvr>
                                      <p:to>
                                        <p:strVal val="visible"/>
                                      </p:to>
                                    </p:set>
                                    <p:animEffect transition="in" filter="wipe(left)">
                                      <p:cBhvr>
                                        <p:cTn id="7" dur="500"/>
                                        <p:tgtEl>
                                          <p:spTgt spid="1741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left)">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7413"/>
                                        </p:tgtEl>
                                        <p:attrNameLst>
                                          <p:attrName>style.visibility</p:attrName>
                                        </p:attrNameLst>
                                      </p:cBhvr>
                                      <p:to>
                                        <p:strVal val="visible"/>
                                      </p:to>
                                    </p:set>
                                    <p:animEffect transition="in" filter="wipe(left)">
                                      <p:cBhvr>
                                        <p:cTn id="17" dur="500"/>
                                        <p:tgtEl>
                                          <p:spTgt spid="1741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wipe(left)">
                                      <p:cBhvr>
                                        <p:cTn id="22" dur="500"/>
                                        <p:tgtEl>
                                          <p:spTgt spid="3"/>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7420"/>
                                        </p:tgtEl>
                                        <p:attrNameLst>
                                          <p:attrName>style.visibility</p:attrName>
                                        </p:attrNameLst>
                                      </p:cBhvr>
                                      <p:to>
                                        <p:strVal val="visible"/>
                                      </p:to>
                                    </p:set>
                                    <p:animEffect transition="in" filter="wipe(left)">
                                      <p:cBhvr>
                                        <p:cTn id="27" dur="500"/>
                                        <p:tgtEl>
                                          <p:spTgt spid="17420"/>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wipe(left)">
                                      <p:cBhvr>
                                        <p:cTn id="32" dur="500"/>
                                        <p:tgtEl>
                                          <p:spTgt spid="9"/>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17411"/>
                                        </p:tgtEl>
                                        <p:attrNameLst>
                                          <p:attrName>style.visibility</p:attrName>
                                        </p:attrNameLst>
                                      </p:cBhvr>
                                      <p:to>
                                        <p:strVal val="visible"/>
                                      </p:to>
                                    </p:set>
                                    <p:animEffect transition="in" filter="blinds(horizontal)">
                                      <p:cBhvr>
                                        <p:cTn id="37" dur="500"/>
                                        <p:tgtEl>
                                          <p:spTgt spid="17411"/>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4" fill="hold" grpId="0" nodeType="clickEffect">
                                  <p:stCondLst>
                                    <p:cond delay="0"/>
                                  </p:stCondLst>
                                  <p:childTnLst>
                                    <p:set>
                                      <p:cBhvr>
                                        <p:cTn id="41" dur="1" fill="hold">
                                          <p:stCondLst>
                                            <p:cond delay="0"/>
                                          </p:stCondLst>
                                        </p:cTn>
                                        <p:tgtEl>
                                          <p:spTgt spid="4"/>
                                        </p:tgtEl>
                                        <p:attrNameLst>
                                          <p:attrName>style.visibility</p:attrName>
                                        </p:attrNameLst>
                                      </p:cBhvr>
                                      <p:to>
                                        <p:strVal val="visible"/>
                                      </p:to>
                                    </p:set>
                                    <p:animEffect transition="in" filter="wipe(down)">
                                      <p:cBhvr>
                                        <p:cTn id="4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11" grpId="0"/>
      <p:bldP spid="17412" grpId="0" animBg="1"/>
      <p:bldP spid="17413" grpId="0" animBg="1"/>
      <p:bldP spid="17420" grpId="0" animBg="1"/>
      <p:bldP spid="4"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458" name="Picture 16"/>
          <p:cNvPicPr>
            <a:picLocks noChangeAspect="1"/>
          </p:cNvPicPr>
          <p:nvPr/>
        </p:nvPicPr>
        <p:blipFill>
          <a:blip r:embed="rId2"/>
          <a:stretch>
            <a:fillRect/>
          </a:stretch>
        </p:blipFill>
        <p:spPr>
          <a:xfrm>
            <a:off x="5470525" y="2338388"/>
            <a:ext cx="3359150" cy="2160587"/>
          </a:xfrm>
          <a:prstGeom prst="rect">
            <a:avLst/>
          </a:prstGeom>
          <a:noFill/>
          <a:ln w="9525">
            <a:noFill/>
          </a:ln>
        </p:spPr>
      </p:pic>
      <p:sp>
        <p:nvSpPr>
          <p:cNvPr id="19459" name="Text Box 14"/>
          <p:cNvSpPr txBox="1"/>
          <p:nvPr/>
        </p:nvSpPr>
        <p:spPr>
          <a:xfrm>
            <a:off x="301625" y="5084763"/>
            <a:ext cx="7854950" cy="461962"/>
          </a:xfrm>
          <a:prstGeom prst="rect">
            <a:avLst/>
          </a:prstGeom>
          <a:noFill/>
          <a:ln w="12700">
            <a:noFill/>
          </a:ln>
        </p:spPr>
        <p:txBody>
          <a:bodyPr>
            <a:spAutoFit/>
          </a:bodyPr>
          <a:lstStyle/>
          <a:p>
            <a:pPr algn="ctr">
              <a:spcBef>
                <a:spcPct val="50000"/>
              </a:spcBef>
            </a:pPr>
            <a:r>
              <a:rPr lang="en-US" altLang="zh-CN" dirty="0">
                <a:latin typeface="Times New Roman" panose="02020603050405020304" pitchFamily="18" charset="0"/>
                <a:ea typeface="楷体_GB2312"/>
              </a:rPr>
              <a:t> </a:t>
            </a:r>
            <a:r>
              <a:rPr lang="en-US" altLang="zh-CN" dirty="0">
                <a:solidFill>
                  <a:srgbClr val="FF3300"/>
                </a:solidFill>
                <a:latin typeface="宋体" panose="02010600030101010101" pitchFamily="2" charset="-122"/>
                <a:ea typeface="楷体_GB2312"/>
              </a:rPr>
              <a:t>(a)</a:t>
            </a:r>
            <a:r>
              <a:rPr lang="zh-CN" altLang="en-US" dirty="0">
                <a:solidFill>
                  <a:srgbClr val="FF3300"/>
                </a:solidFill>
                <a:latin typeface="Times New Roman" panose="02020603050405020304" pitchFamily="18" charset="0"/>
                <a:ea typeface="楷体_GB2312"/>
              </a:rPr>
              <a:t>电容滤波电路                                    </a:t>
            </a:r>
            <a:r>
              <a:rPr lang="en-US" altLang="zh-CN" dirty="0">
                <a:latin typeface="Times New Roman" panose="02020603050405020304" pitchFamily="18" charset="0"/>
                <a:ea typeface="楷体_GB2312"/>
              </a:rPr>
              <a:t> </a:t>
            </a:r>
            <a:r>
              <a:rPr lang="en-US" altLang="zh-CN" dirty="0">
                <a:solidFill>
                  <a:srgbClr val="FF3300"/>
                </a:solidFill>
                <a:latin typeface="宋体" panose="02010600030101010101" pitchFamily="2" charset="-122"/>
                <a:ea typeface="楷体_GB2312"/>
              </a:rPr>
              <a:t>(b)</a:t>
            </a:r>
            <a:r>
              <a:rPr lang="zh-CN" altLang="en-US" dirty="0">
                <a:solidFill>
                  <a:srgbClr val="FF3300"/>
                </a:solidFill>
                <a:latin typeface="Times New Roman" panose="02020603050405020304" pitchFamily="18" charset="0"/>
                <a:ea typeface="楷体_GB2312"/>
              </a:rPr>
              <a:t>波形图</a:t>
            </a:r>
          </a:p>
        </p:txBody>
      </p:sp>
      <p:sp>
        <p:nvSpPr>
          <p:cNvPr id="19460" name="矩形 7"/>
          <p:cNvSpPr/>
          <p:nvPr/>
        </p:nvSpPr>
        <p:spPr>
          <a:xfrm>
            <a:off x="420688" y="1470025"/>
            <a:ext cx="7943850" cy="831850"/>
          </a:xfrm>
          <a:prstGeom prst="rect">
            <a:avLst/>
          </a:prstGeom>
          <a:noFill/>
          <a:ln w="9525">
            <a:noFill/>
          </a:ln>
        </p:spPr>
        <p:txBody>
          <a:bodyPr>
            <a:spAutoFit/>
          </a:bodyPr>
          <a:lstStyle/>
          <a:p>
            <a:pPr eaLnBrk="1" hangingPunct="1">
              <a:spcBef>
                <a:spcPct val="50000"/>
              </a:spcBef>
            </a:pPr>
            <a:r>
              <a:rPr lang="zh-CN" altLang="en-US" b="1" dirty="0">
                <a:solidFill>
                  <a:srgbClr val="002060"/>
                </a:solidFill>
                <a:latin typeface="华文中宋" panose="02010600040101010101" pitchFamily="2" charset="-122"/>
              </a:rPr>
              <a:t>现以单相桥式电容滤波整流电路为例来说明。电容滤波电路如图所示，在负载电阻上并联了一个滤波电容</a:t>
            </a:r>
            <a:r>
              <a:rPr lang="en-US" altLang="zh-CN" b="1" dirty="0">
                <a:solidFill>
                  <a:srgbClr val="002060"/>
                </a:solidFill>
                <a:latin typeface="华文中宋" panose="02010600040101010101" pitchFamily="2" charset="-122"/>
              </a:rPr>
              <a:t>C</a:t>
            </a:r>
            <a:r>
              <a:rPr lang="zh-CN" altLang="en-US" b="1" dirty="0">
                <a:solidFill>
                  <a:srgbClr val="002060"/>
                </a:solidFill>
                <a:latin typeface="华文中宋" panose="02010600040101010101" pitchFamily="2" charset="-122"/>
              </a:rPr>
              <a:t>。</a:t>
            </a:r>
          </a:p>
        </p:txBody>
      </p:sp>
      <p:sp>
        <p:nvSpPr>
          <p:cNvPr id="7" name="Rectangle 2"/>
          <p:cNvSpPr>
            <a:spLocks noChangeArrowheads="1"/>
          </p:cNvSpPr>
          <p:nvPr/>
        </p:nvSpPr>
        <p:spPr bwMode="auto">
          <a:xfrm>
            <a:off x="130175" y="774700"/>
            <a:ext cx="7129463" cy="989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342900" marR="0" lvl="0" indent="-342900" algn="l" defTabSz="914400" rtl="0" eaLnBrk="0" fontAlgn="base" latinLnBrk="0" hangingPunct="0">
              <a:lnSpc>
                <a:spcPct val="100000"/>
              </a:lnSpc>
              <a:spcBef>
                <a:spcPct val="0"/>
              </a:spcBef>
              <a:spcAft>
                <a:spcPct val="0"/>
              </a:spcAft>
              <a:buClrTx/>
              <a:buSzTx/>
              <a:buFontTx/>
              <a:buNone/>
              <a:defRPr/>
            </a:pPr>
            <a:endParaRPr kumimoji="1" lang="en-US" altLang="zh-CN" sz="3600" b="0" i="0" u="none" strike="noStrike" kern="1200" cap="none" spc="0" normalizeH="0" baseline="0" noProof="0" dirty="0">
              <a:ln w="0"/>
              <a:solidFill>
                <a:srgbClr val="FF0000"/>
              </a:solidFill>
              <a:effectLst>
                <a:outerShdw blurRad="38100" dist="19050" dir="2700000" algn="tl" rotWithShape="0">
                  <a:schemeClr val="dk1">
                    <a:alpha val="40000"/>
                  </a:schemeClr>
                </a:outerShdw>
              </a:effectLst>
              <a:uLnTx/>
              <a:uFillTx/>
              <a:latin typeface="微软雅黑" panose="020B0503020204020204" pitchFamily="34" charset="-122"/>
              <a:ea typeface="微软雅黑" panose="020B0503020204020204" pitchFamily="34" charset="-122"/>
              <a:cs typeface="+mn-cs"/>
            </a:endParaRPr>
          </a:p>
          <a:p>
            <a:pPr marL="342900" marR="0" lvl="0" indent="-342900" algn="l" defTabSz="914400" rtl="0" eaLnBrk="0" fontAlgn="base" latinLnBrk="0" hangingPunct="0">
              <a:lnSpc>
                <a:spcPct val="100000"/>
              </a:lnSpc>
              <a:spcBef>
                <a:spcPct val="0"/>
              </a:spcBef>
              <a:spcAft>
                <a:spcPct val="0"/>
              </a:spcAft>
              <a:buClrTx/>
              <a:buSzTx/>
              <a:buFontTx/>
              <a:buNone/>
              <a:defRPr/>
            </a:pPr>
            <a:r>
              <a:rPr kumimoji="1" lang="zh-CN" altLang="en-US" sz="2800" b="1" i="0" u="none" strike="noStrike" kern="1200" cap="none" spc="0" normalizeH="0" baseline="0" noProof="0" dirty="0">
                <a:ln>
                  <a:noFill/>
                </a:ln>
                <a:solidFill>
                  <a:srgbClr val="003300"/>
                </a:solidFill>
                <a:effectLst/>
                <a:uLnTx/>
                <a:uFillTx/>
                <a:latin typeface="微软雅黑" panose="020B0503020204020204" pitchFamily="34" charset="-122"/>
                <a:ea typeface="微软雅黑" panose="020B0503020204020204" pitchFamily="34" charset="-122"/>
                <a:cs typeface="+mn-cs"/>
              </a:rPr>
              <a:t>（</a:t>
            </a:r>
            <a:r>
              <a:rPr kumimoji="1" lang="en-US" altLang="zh-CN" sz="2800" b="1" i="0" u="none" strike="noStrike" kern="1200" cap="none" spc="0" normalizeH="0" baseline="0" noProof="0" dirty="0">
                <a:ln>
                  <a:noFill/>
                </a:ln>
                <a:solidFill>
                  <a:srgbClr val="003300"/>
                </a:solidFill>
                <a:effectLst/>
                <a:uLnTx/>
                <a:uFillTx/>
                <a:latin typeface="微软雅黑" panose="020B0503020204020204" pitchFamily="34" charset="-122"/>
                <a:ea typeface="微软雅黑" panose="020B0503020204020204" pitchFamily="34" charset="-122"/>
                <a:cs typeface="+mn-cs"/>
              </a:rPr>
              <a:t>1</a:t>
            </a:r>
            <a:r>
              <a:rPr kumimoji="1" lang="zh-CN" altLang="en-US" sz="2800" b="1" i="0" u="none" strike="noStrike" kern="1200" cap="none" spc="0" normalizeH="0" baseline="0" noProof="0" dirty="0">
                <a:ln>
                  <a:noFill/>
                </a:ln>
                <a:solidFill>
                  <a:srgbClr val="003300"/>
                </a:solidFill>
                <a:effectLst/>
                <a:uLnTx/>
                <a:uFillTx/>
                <a:latin typeface="微软雅黑" panose="020B0503020204020204" pitchFamily="34" charset="-122"/>
                <a:ea typeface="微软雅黑" panose="020B0503020204020204" pitchFamily="34" charset="-122"/>
                <a:cs typeface="+mn-cs"/>
              </a:rPr>
              <a:t>）电容滤波</a:t>
            </a:r>
          </a:p>
          <a:p>
            <a:pPr marL="342900" marR="0" lvl="0" indent="-342900" algn="l" defTabSz="914400" rtl="0" eaLnBrk="0" fontAlgn="base" latinLnBrk="0" hangingPunct="0">
              <a:lnSpc>
                <a:spcPct val="100000"/>
              </a:lnSpc>
              <a:spcBef>
                <a:spcPct val="0"/>
              </a:spcBef>
              <a:spcAft>
                <a:spcPct val="0"/>
              </a:spcAft>
              <a:buClrTx/>
              <a:buSzTx/>
              <a:buFontTx/>
              <a:buNone/>
              <a:defRPr/>
            </a:pPr>
            <a:endParaRPr kumimoji="1" lang="zh-CN" altLang="en-US" sz="3600" b="0" i="0" u="none" strike="noStrike" kern="1200" cap="none" spc="0" normalizeH="0" baseline="0" noProof="0" dirty="0">
              <a:ln w="0"/>
              <a:solidFill>
                <a:srgbClr val="003300"/>
              </a:solidFill>
              <a:effectLst>
                <a:outerShdw blurRad="38100" dist="19050" dir="2700000" algn="tl" rotWithShape="0">
                  <a:schemeClr val="dk1">
                    <a:alpha val="40000"/>
                  </a:schemeClr>
                </a:outerShdw>
              </a:effectLst>
              <a:uLnTx/>
              <a:uFillTx/>
              <a:latin typeface="微软雅黑" panose="020B0503020204020204" pitchFamily="34" charset="-122"/>
              <a:ea typeface="微软雅黑" panose="020B0503020204020204" pitchFamily="34" charset="-122"/>
              <a:cs typeface="+mn-cs"/>
            </a:endParaRPr>
          </a:p>
        </p:txBody>
      </p:sp>
      <p:sp>
        <p:nvSpPr>
          <p:cNvPr id="9" name="矩形 8"/>
          <p:cNvSpPr/>
          <p:nvPr/>
        </p:nvSpPr>
        <p:spPr bwMode="auto">
          <a:xfrm>
            <a:off x="2589213" y="4981575"/>
            <a:ext cx="184150" cy="585788"/>
          </a:xfrm>
          <a:prstGeom prst="rect">
            <a:avLst/>
          </a:prstGeom>
        </p:spPr>
        <p:txBody>
          <a:bodyPr wrap="none">
            <a:spAutoFit/>
          </a:bodyPr>
          <a:lstStyle/>
          <a:p>
            <a:pPr marL="0" marR="0" lvl="0" indent="0" algn="just" defTabSz="914400" rtl="0" eaLnBrk="0" fontAlgn="base" latinLnBrk="0" hangingPunct="0">
              <a:lnSpc>
                <a:spcPct val="100000"/>
              </a:lnSpc>
              <a:spcBef>
                <a:spcPct val="0"/>
              </a:spcBef>
              <a:spcAft>
                <a:spcPts val="0"/>
              </a:spcAft>
              <a:buClrTx/>
              <a:buSzTx/>
              <a:buFontTx/>
              <a:buNone/>
              <a:defRPr/>
            </a:pPr>
            <a:endParaRPr kumimoji="0" lang="zh-CN" altLang="zh-CN" sz="3200" b="0" i="0" u="none" strike="noStrike" kern="1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grpSp>
        <p:nvGrpSpPr>
          <p:cNvPr id="19463" name="组合 86"/>
          <p:cNvGrpSpPr/>
          <p:nvPr/>
        </p:nvGrpSpPr>
        <p:grpSpPr>
          <a:xfrm>
            <a:off x="465138" y="2146300"/>
            <a:ext cx="5005387" cy="2449513"/>
            <a:chOff x="465900" y="2146522"/>
            <a:chExt cx="5005392" cy="2449903"/>
          </a:xfrm>
        </p:grpSpPr>
        <p:sp>
          <p:nvSpPr>
            <p:cNvPr id="10" name="任意多边形 9"/>
            <p:cNvSpPr/>
            <p:nvPr/>
          </p:nvSpPr>
          <p:spPr bwMode="auto">
            <a:xfrm>
              <a:off x="543687" y="2537109"/>
              <a:ext cx="895351" cy="300086"/>
            </a:xfrm>
            <a:custGeom>
              <a:avLst/>
              <a:gdLst>
                <a:gd name="connsiteX0" fmla="*/ 0 w 894736"/>
                <a:gd name="connsiteY0" fmla="*/ 0 h 147484"/>
                <a:gd name="connsiteX1" fmla="*/ 894736 w 894736"/>
                <a:gd name="connsiteY1" fmla="*/ 0 h 147484"/>
                <a:gd name="connsiteX2" fmla="*/ 894736 w 894736"/>
                <a:gd name="connsiteY2" fmla="*/ 147484 h 147484"/>
              </a:gdLst>
              <a:ahLst/>
              <a:cxnLst>
                <a:cxn ang="0">
                  <a:pos x="connsiteX0" y="connsiteY0"/>
                </a:cxn>
                <a:cxn ang="0">
                  <a:pos x="connsiteX1" y="connsiteY1"/>
                </a:cxn>
                <a:cxn ang="0">
                  <a:pos x="connsiteX2" y="connsiteY2"/>
                </a:cxn>
              </a:cxnLst>
              <a:rect l="l" t="t" r="r" b="b"/>
              <a:pathLst>
                <a:path w="894736" h="147484">
                  <a:moveTo>
                    <a:pt x="0" y="0"/>
                  </a:moveTo>
                  <a:lnTo>
                    <a:pt x="894736" y="0"/>
                  </a:lnTo>
                  <a:lnTo>
                    <a:pt x="894736" y="147484"/>
                  </a:lnTo>
                </a:path>
              </a:pathLst>
            </a:custGeom>
            <a:noFill/>
            <a:ln w="19050">
              <a:solidFill>
                <a:srgbClr val="0033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lt1"/>
                </a:solidFill>
                <a:effectLst/>
                <a:uLnTx/>
                <a:uFillTx/>
                <a:latin typeface="+mn-lt"/>
                <a:ea typeface="+mn-ea"/>
                <a:cs typeface="+mn-cs"/>
              </a:endParaRPr>
            </a:p>
          </p:txBody>
        </p:sp>
        <p:sp>
          <p:nvSpPr>
            <p:cNvPr id="11" name="任意多边形 10"/>
            <p:cNvSpPr/>
            <p:nvPr/>
          </p:nvSpPr>
          <p:spPr bwMode="auto">
            <a:xfrm>
              <a:off x="564325" y="3878761"/>
              <a:ext cx="865188" cy="419167"/>
            </a:xfrm>
            <a:custGeom>
              <a:avLst/>
              <a:gdLst>
                <a:gd name="connsiteX0" fmla="*/ 865239 w 865239"/>
                <a:gd name="connsiteY0" fmla="*/ 0 h 226142"/>
                <a:gd name="connsiteX1" fmla="*/ 865239 w 865239"/>
                <a:gd name="connsiteY1" fmla="*/ 226142 h 226142"/>
                <a:gd name="connsiteX2" fmla="*/ 0 w 865239"/>
                <a:gd name="connsiteY2" fmla="*/ 226142 h 226142"/>
              </a:gdLst>
              <a:ahLst/>
              <a:cxnLst>
                <a:cxn ang="0">
                  <a:pos x="connsiteX0" y="connsiteY0"/>
                </a:cxn>
                <a:cxn ang="0">
                  <a:pos x="connsiteX1" y="connsiteY1"/>
                </a:cxn>
                <a:cxn ang="0">
                  <a:pos x="connsiteX2" y="connsiteY2"/>
                </a:cxn>
              </a:cxnLst>
              <a:rect l="l" t="t" r="r" b="b"/>
              <a:pathLst>
                <a:path w="865239" h="226142">
                  <a:moveTo>
                    <a:pt x="865239" y="0"/>
                  </a:moveTo>
                  <a:lnTo>
                    <a:pt x="865239" y="226142"/>
                  </a:lnTo>
                  <a:lnTo>
                    <a:pt x="0" y="226142"/>
                  </a:lnTo>
                </a:path>
              </a:pathLst>
            </a:custGeom>
            <a:noFill/>
            <a:ln w="19050">
              <a:solidFill>
                <a:srgbClr val="0033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lt1"/>
                </a:solidFill>
                <a:effectLst/>
                <a:uLnTx/>
                <a:uFillTx/>
                <a:latin typeface="+mn-lt"/>
                <a:ea typeface="+mn-ea"/>
                <a:cs typeface="+mn-cs"/>
              </a:endParaRPr>
            </a:p>
          </p:txBody>
        </p:sp>
        <p:grpSp>
          <p:nvGrpSpPr>
            <p:cNvPr id="19467" name="组合 70"/>
            <p:cNvGrpSpPr/>
            <p:nvPr/>
          </p:nvGrpSpPr>
          <p:grpSpPr>
            <a:xfrm>
              <a:off x="1275450" y="2834381"/>
              <a:ext cx="215982" cy="1079921"/>
              <a:chOff x="1792750" y="302821"/>
              <a:chExt cx="860963" cy="2630384"/>
            </a:xfrm>
          </p:grpSpPr>
          <p:sp>
            <p:nvSpPr>
              <p:cNvPr id="67" name="弧形 66"/>
              <p:cNvSpPr/>
              <p:nvPr/>
            </p:nvSpPr>
            <p:spPr>
              <a:xfrm>
                <a:off x="1793053" y="526246"/>
                <a:ext cx="841650" cy="162427"/>
              </a:xfrm>
              <a:prstGeom prst="arc">
                <a:avLst>
                  <a:gd name="adj1" fmla="val 16200000"/>
                  <a:gd name="adj2" fmla="val 5214362"/>
                </a:avLst>
              </a:prstGeom>
              <a:ln>
                <a:solidFill>
                  <a:srgbClr val="003300"/>
                </a:solidFill>
              </a:ln>
            </p:spPr>
            <p:style>
              <a:lnRef idx="1">
                <a:schemeClr val="accent1"/>
              </a:lnRef>
              <a:fillRef idx="0">
                <a:schemeClr val="accent1"/>
              </a:fillRef>
              <a:effectRef idx="0">
                <a:schemeClr val="accent1"/>
              </a:effectRef>
              <a:fontRef idx="minor">
                <a:schemeClr val="tx1"/>
              </a:fontRef>
            </p:style>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cs"/>
                </a:endParaRPr>
              </a:p>
            </p:txBody>
          </p:sp>
          <p:sp>
            <p:nvSpPr>
              <p:cNvPr id="68" name="弧形 67"/>
              <p:cNvSpPr/>
              <p:nvPr/>
            </p:nvSpPr>
            <p:spPr>
              <a:xfrm>
                <a:off x="1793053" y="696408"/>
                <a:ext cx="841650" cy="162427"/>
              </a:xfrm>
              <a:prstGeom prst="arc">
                <a:avLst>
                  <a:gd name="adj1" fmla="val 16200000"/>
                  <a:gd name="adj2" fmla="val 5214362"/>
                </a:avLst>
              </a:prstGeom>
              <a:ln>
                <a:solidFill>
                  <a:srgbClr val="003300"/>
                </a:solidFill>
              </a:ln>
            </p:spPr>
            <p:style>
              <a:lnRef idx="1">
                <a:schemeClr val="accent1"/>
              </a:lnRef>
              <a:fillRef idx="0">
                <a:schemeClr val="accent1"/>
              </a:fillRef>
              <a:effectRef idx="0">
                <a:schemeClr val="accent1"/>
              </a:effectRef>
              <a:fontRef idx="minor">
                <a:schemeClr val="tx1"/>
              </a:fontRef>
            </p:style>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cs"/>
                </a:endParaRPr>
              </a:p>
            </p:txBody>
          </p:sp>
          <p:sp>
            <p:nvSpPr>
              <p:cNvPr id="69" name="弧形 68"/>
              <p:cNvSpPr/>
              <p:nvPr/>
            </p:nvSpPr>
            <p:spPr>
              <a:xfrm>
                <a:off x="1812036" y="851101"/>
                <a:ext cx="841653" cy="162427"/>
              </a:xfrm>
              <a:prstGeom prst="arc">
                <a:avLst>
                  <a:gd name="adj1" fmla="val 16200000"/>
                  <a:gd name="adj2" fmla="val 5214362"/>
                </a:avLst>
              </a:prstGeom>
              <a:ln>
                <a:solidFill>
                  <a:srgbClr val="003300"/>
                </a:solidFill>
              </a:ln>
            </p:spPr>
            <p:style>
              <a:lnRef idx="1">
                <a:schemeClr val="accent1"/>
              </a:lnRef>
              <a:fillRef idx="0">
                <a:schemeClr val="accent1"/>
              </a:fillRef>
              <a:effectRef idx="0">
                <a:schemeClr val="accent1"/>
              </a:effectRef>
              <a:fontRef idx="minor">
                <a:schemeClr val="tx1"/>
              </a:fontRef>
            </p:style>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cs"/>
                </a:endParaRPr>
              </a:p>
            </p:txBody>
          </p:sp>
          <p:sp>
            <p:nvSpPr>
              <p:cNvPr id="70" name="弧形 69"/>
              <p:cNvSpPr/>
              <p:nvPr/>
            </p:nvSpPr>
            <p:spPr>
              <a:xfrm>
                <a:off x="1805709" y="1021263"/>
                <a:ext cx="841650" cy="158559"/>
              </a:xfrm>
              <a:prstGeom prst="arc">
                <a:avLst>
                  <a:gd name="adj1" fmla="val 16200000"/>
                  <a:gd name="adj2" fmla="val 5214362"/>
                </a:avLst>
              </a:prstGeom>
              <a:ln>
                <a:solidFill>
                  <a:srgbClr val="003300"/>
                </a:solidFill>
              </a:ln>
            </p:spPr>
            <p:style>
              <a:lnRef idx="1">
                <a:schemeClr val="accent1"/>
              </a:lnRef>
              <a:fillRef idx="0">
                <a:schemeClr val="accent1"/>
              </a:fillRef>
              <a:effectRef idx="0">
                <a:schemeClr val="accent1"/>
              </a:effectRef>
              <a:fontRef idx="minor">
                <a:schemeClr val="tx1"/>
              </a:fontRef>
            </p:style>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cs"/>
                </a:endParaRPr>
              </a:p>
            </p:txBody>
          </p:sp>
          <p:sp>
            <p:nvSpPr>
              <p:cNvPr id="71" name="弧形 70"/>
              <p:cNvSpPr/>
              <p:nvPr/>
            </p:nvSpPr>
            <p:spPr>
              <a:xfrm>
                <a:off x="1805709" y="1187557"/>
                <a:ext cx="841650" cy="162427"/>
              </a:xfrm>
              <a:prstGeom prst="arc">
                <a:avLst>
                  <a:gd name="adj1" fmla="val 16200000"/>
                  <a:gd name="adj2" fmla="val 5214362"/>
                </a:avLst>
              </a:prstGeom>
              <a:ln>
                <a:solidFill>
                  <a:srgbClr val="003300"/>
                </a:solidFill>
              </a:ln>
            </p:spPr>
            <p:style>
              <a:lnRef idx="1">
                <a:schemeClr val="accent1"/>
              </a:lnRef>
              <a:fillRef idx="0">
                <a:schemeClr val="accent1"/>
              </a:fillRef>
              <a:effectRef idx="0">
                <a:schemeClr val="accent1"/>
              </a:effectRef>
              <a:fontRef idx="minor">
                <a:schemeClr val="tx1"/>
              </a:fontRef>
            </p:style>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cs"/>
                </a:endParaRPr>
              </a:p>
            </p:txBody>
          </p:sp>
          <p:sp>
            <p:nvSpPr>
              <p:cNvPr id="72" name="弧形 71"/>
              <p:cNvSpPr/>
              <p:nvPr/>
            </p:nvSpPr>
            <p:spPr>
              <a:xfrm>
                <a:off x="1805709" y="1349984"/>
                <a:ext cx="841650" cy="162427"/>
              </a:xfrm>
              <a:prstGeom prst="arc">
                <a:avLst>
                  <a:gd name="adj1" fmla="val 16200000"/>
                  <a:gd name="adj2" fmla="val 5214362"/>
                </a:avLst>
              </a:prstGeom>
              <a:ln>
                <a:solidFill>
                  <a:srgbClr val="003300"/>
                </a:solidFill>
              </a:ln>
            </p:spPr>
            <p:style>
              <a:lnRef idx="1">
                <a:schemeClr val="accent1"/>
              </a:lnRef>
              <a:fillRef idx="0">
                <a:schemeClr val="accent1"/>
              </a:fillRef>
              <a:effectRef idx="0">
                <a:schemeClr val="accent1"/>
              </a:effectRef>
              <a:fontRef idx="minor">
                <a:schemeClr val="tx1"/>
              </a:fontRef>
            </p:style>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cs"/>
                </a:endParaRPr>
              </a:p>
            </p:txBody>
          </p:sp>
          <p:sp>
            <p:nvSpPr>
              <p:cNvPr id="73" name="弧形 72"/>
              <p:cNvSpPr/>
              <p:nvPr/>
            </p:nvSpPr>
            <p:spPr>
              <a:xfrm>
                <a:off x="1805709" y="1520146"/>
                <a:ext cx="841650" cy="162427"/>
              </a:xfrm>
              <a:prstGeom prst="arc">
                <a:avLst>
                  <a:gd name="adj1" fmla="val 16200000"/>
                  <a:gd name="adj2" fmla="val 5214362"/>
                </a:avLst>
              </a:prstGeom>
              <a:ln>
                <a:solidFill>
                  <a:srgbClr val="003300"/>
                </a:solidFill>
              </a:ln>
            </p:spPr>
            <p:style>
              <a:lnRef idx="1">
                <a:schemeClr val="accent1"/>
              </a:lnRef>
              <a:fillRef idx="0">
                <a:schemeClr val="accent1"/>
              </a:fillRef>
              <a:effectRef idx="0">
                <a:schemeClr val="accent1"/>
              </a:effectRef>
              <a:fontRef idx="minor">
                <a:schemeClr val="tx1"/>
              </a:fontRef>
            </p:style>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cs"/>
                </a:endParaRPr>
              </a:p>
            </p:txBody>
          </p:sp>
          <p:sp>
            <p:nvSpPr>
              <p:cNvPr id="74" name="弧形 73"/>
              <p:cNvSpPr/>
              <p:nvPr/>
            </p:nvSpPr>
            <p:spPr>
              <a:xfrm>
                <a:off x="1805709" y="1686442"/>
                <a:ext cx="841650" cy="162427"/>
              </a:xfrm>
              <a:prstGeom prst="arc">
                <a:avLst>
                  <a:gd name="adj1" fmla="val 16200000"/>
                  <a:gd name="adj2" fmla="val 5214362"/>
                </a:avLst>
              </a:prstGeom>
              <a:ln>
                <a:solidFill>
                  <a:srgbClr val="003300"/>
                </a:solidFill>
              </a:ln>
            </p:spPr>
            <p:style>
              <a:lnRef idx="1">
                <a:schemeClr val="accent1"/>
              </a:lnRef>
              <a:fillRef idx="0">
                <a:schemeClr val="accent1"/>
              </a:fillRef>
              <a:effectRef idx="0">
                <a:schemeClr val="accent1"/>
              </a:effectRef>
              <a:fontRef idx="minor">
                <a:schemeClr val="tx1"/>
              </a:fontRef>
            </p:style>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cs"/>
                </a:endParaRPr>
              </a:p>
            </p:txBody>
          </p:sp>
          <p:sp>
            <p:nvSpPr>
              <p:cNvPr id="75" name="弧形 74"/>
              <p:cNvSpPr/>
              <p:nvPr/>
            </p:nvSpPr>
            <p:spPr>
              <a:xfrm>
                <a:off x="1805709" y="1856604"/>
                <a:ext cx="841650" cy="162427"/>
              </a:xfrm>
              <a:prstGeom prst="arc">
                <a:avLst>
                  <a:gd name="adj1" fmla="val 16200000"/>
                  <a:gd name="adj2" fmla="val 5214362"/>
                </a:avLst>
              </a:prstGeom>
              <a:ln>
                <a:solidFill>
                  <a:srgbClr val="003300"/>
                </a:solidFill>
              </a:ln>
            </p:spPr>
            <p:style>
              <a:lnRef idx="1">
                <a:schemeClr val="accent1"/>
              </a:lnRef>
              <a:fillRef idx="0">
                <a:schemeClr val="accent1"/>
              </a:fillRef>
              <a:effectRef idx="0">
                <a:schemeClr val="accent1"/>
              </a:effectRef>
              <a:fontRef idx="minor">
                <a:schemeClr val="tx1"/>
              </a:fontRef>
            </p:style>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cs"/>
                </a:endParaRPr>
              </a:p>
            </p:txBody>
          </p:sp>
          <p:sp>
            <p:nvSpPr>
              <p:cNvPr id="76" name="弧形 75"/>
              <p:cNvSpPr/>
              <p:nvPr/>
            </p:nvSpPr>
            <p:spPr>
              <a:xfrm>
                <a:off x="1812036" y="2022898"/>
                <a:ext cx="841653" cy="162427"/>
              </a:xfrm>
              <a:prstGeom prst="arc">
                <a:avLst>
                  <a:gd name="adj1" fmla="val 16200000"/>
                  <a:gd name="adj2" fmla="val 5214362"/>
                </a:avLst>
              </a:prstGeom>
              <a:ln>
                <a:solidFill>
                  <a:srgbClr val="003300"/>
                </a:solidFill>
              </a:ln>
            </p:spPr>
            <p:style>
              <a:lnRef idx="1">
                <a:schemeClr val="accent1"/>
              </a:lnRef>
              <a:fillRef idx="0">
                <a:schemeClr val="accent1"/>
              </a:fillRef>
              <a:effectRef idx="0">
                <a:schemeClr val="accent1"/>
              </a:effectRef>
              <a:fontRef idx="minor">
                <a:schemeClr val="tx1"/>
              </a:fontRef>
            </p:style>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cs"/>
                </a:endParaRPr>
              </a:p>
            </p:txBody>
          </p:sp>
          <p:sp>
            <p:nvSpPr>
              <p:cNvPr id="77" name="弧形 76"/>
              <p:cNvSpPr/>
              <p:nvPr/>
            </p:nvSpPr>
            <p:spPr>
              <a:xfrm>
                <a:off x="1812036" y="2189194"/>
                <a:ext cx="841653" cy="162427"/>
              </a:xfrm>
              <a:prstGeom prst="arc">
                <a:avLst>
                  <a:gd name="adj1" fmla="val 16200000"/>
                  <a:gd name="adj2" fmla="val 5214362"/>
                </a:avLst>
              </a:prstGeom>
              <a:ln>
                <a:solidFill>
                  <a:srgbClr val="003300"/>
                </a:solidFill>
              </a:ln>
            </p:spPr>
            <p:style>
              <a:lnRef idx="1">
                <a:schemeClr val="accent1"/>
              </a:lnRef>
              <a:fillRef idx="0">
                <a:schemeClr val="accent1"/>
              </a:fillRef>
              <a:effectRef idx="0">
                <a:schemeClr val="accent1"/>
              </a:effectRef>
              <a:fontRef idx="minor">
                <a:schemeClr val="tx1"/>
              </a:fontRef>
            </p:style>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cs"/>
                </a:endParaRPr>
              </a:p>
            </p:txBody>
          </p:sp>
          <p:sp>
            <p:nvSpPr>
              <p:cNvPr id="78" name="弧形 77"/>
              <p:cNvSpPr/>
              <p:nvPr/>
            </p:nvSpPr>
            <p:spPr>
              <a:xfrm>
                <a:off x="1812036" y="2359356"/>
                <a:ext cx="841653" cy="162427"/>
              </a:xfrm>
              <a:prstGeom prst="arc">
                <a:avLst>
                  <a:gd name="adj1" fmla="val 16200000"/>
                  <a:gd name="adj2" fmla="val 5214362"/>
                </a:avLst>
              </a:prstGeom>
              <a:ln>
                <a:solidFill>
                  <a:srgbClr val="003300"/>
                </a:solidFill>
              </a:ln>
            </p:spPr>
            <p:style>
              <a:lnRef idx="1">
                <a:schemeClr val="accent1"/>
              </a:lnRef>
              <a:fillRef idx="0">
                <a:schemeClr val="accent1"/>
              </a:fillRef>
              <a:effectRef idx="0">
                <a:schemeClr val="accent1"/>
              </a:effectRef>
              <a:fontRef idx="minor">
                <a:schemeClr val="tx1"/>
              </a:fontRef>
            </p:style>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cs"/>
                </a:endParaRPr>
              </a:p>
            </p:txBody>
          </p:sp>
          <p:sp>
            <p:nvSpPr>
              <p:cNvPr id="79" name="任意多边形 78"/>
              <p:cNvSpPr/>
              <p:nvPr/>
            </p:nvSpPr>
            <p:spPr>
              <a:xfrm>
                <a:off x="2204384" y="301942"/>
                <a:ext cx="215159" cy="224305"/>
              </a:xfrm>
              <a:custGeom>
                <a:avLst/>
                <a:gdLst>
                  <a:gd name="connsiteX0" fmla="*/ 0 w 219693"/>
                  <a:gd name="connsiteY0" fmla="*/ 225632 h 225632"/>
                  <a:gd name="connsiteX1" fmla="*/ 219693 w 219693"/>
                  <a:gd name="connsiteY1" fmla="*/ 178130 h 225632"/>
                  <a:gd name="connsiteX2" fmla="*/ 219693 w 219693"/>
                  <a:gd name="connsiteY2" fmla="*/ 0 h 225632"/>
                </a:gdLst>
                <a:ahLst/>
                <a:cxnLst>
                  <a:cxn ang="0">
                    <a:pos x="connsiteX0" y="connsiteY0"/>
                  </a:cxn>
                  <a:cxn ang="0">
                    <a:pos x="connsiteX1" y="connsiteY1"/>
                  </a:cxn>
                  <a:cxn ang="0">
                    <a:pos x="connsiteX2" y="connsiteY2"/>
                  </a:cxn>
                </a:cxnLst>
                <a:rect l="l" t="t" r="r" b="b"/>
                <a:pathLst>
                  <a:path w="219693" h="225632">
                    <a:moveTo>
                      <a:pt x="0" y="225632"/>
                    </a:moveTo>
                    <a:lnTo>
                      <a:pt x="219693" y="178130"/>
                    </a:lnTo>
                    <a:lnTo>
                      <a:pt x="219693" y="0"/>
                    </a:lnTo>
                  </a:path>
                </a:pathLst>
              </a:custGeom>
              <a:noFill/>
              <a:ln>
                <a:solidFill>
                  <a:srgbClr val="0033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lt1"/>
                  </a:solidFill>
                  <a:effectLst/>
                  <a:uLnTx/>
                  <a:uFillTx/>
                  <a:latin typeface="+mn-lt"/>
                  <a:ea typeface="+mn-ea"/>
                  <a:cs typeface="+mn-cs"/>
                </a:endParaRPr>
              </a:p>
            </p:txBody>
          </p:sp>
          <p:sp>
            <p:nvSpPr>
              <p:cNvPr id="80" name="任意多边形 79"/>
              <p:cNvSpPr/>
              <p:nvPr/>
            </p:nvSpPr>
            <p:spPr>
              <a:xfrm>
                <a:off x="2229697" y="2529518"/>
                <a:ext cx="189846" cy="402201"/>
              </a:xfrm>
              <a:custGeom>
                <a:avLst/>
                <a:gdLst>
                  <a:gd name="connsiteX0" fmla="*/ 0 w 184067"/>
                  <a:gd name="connsiteY0" fmla="*/ 0 h 403761"/>
                  <a:gd name="connsiteX1" fmla="*/ 184067 w 184067"/>
                  <a:gd name="connsiteY1" fmla="*/ 184067 h 403761"/>
                  <a:gd name="connsiteX2" fmla="*/ 184067 w 184067"/>
                  <a:gd name="connsiteY2" fmla="*/ 403761 h 403761"/>
                </a:gdLst>
                <a:ahLst/>
                <a:cxnLst>
                  <a:cxn ang="0">
                    <a:pos x="connsiteX0" y="connsiteY0"/>
                  </a:cxn>
                  <a:cxn ang="0">
                    <a:pos x="connsiteX1" y="connsiteY1"/>
                  </a:cxn>
                  <a:cxn ang="0">
                    <a:pos x="connsiteX2" y="connsiteY2"/>
                  </a:cxn>
                </a:cxnLst>
                <a:rect l="l" t="t" r="r" b="b"/>
                <a:pathLst>
                  <a:path w="184067" h="403761">
                    <a:moveTo>
                      <a:pt x="0" y="0"/>
                    </a:moveTo>
                    <a:lnTo>
                      <a:pt x="184067" y="184067"/>
                    </a:lnTo>
                    <a:lnTo>
                      <a:pt x="184067" y="403761"/>
                    </a:lnTo>
                  </a:path>
                </a:pathLst>
              </a:custGeom>
              <a:noFill/>
              <a:ln>
                <a:solidFill>
                  <a:srgbClr val="0033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lt1"/>
                  </a:solidFill>
                  <a:effectLst/>
                  <a:uLnTx/>
                  <a:uFillTx/>
                  <a:latin typeface="+mn-lt"/>
                  <a:ea typeface="+mn-ea"/>
                  <a:cs typeface="+mn-cs"/>
                </a:endParaRPr>
              </a:p>
            </p:txBody>
          </p:sp>
        </p:grpSp>
        <p:cxnSp>
          <p:nvCxnSpPr>
            <p:cNvPr id="13" name="直接连接符 12"/>
            <p:cNvCxnSpPr/>
            <p:nvPr/>
          </p:nvCxnSpPr>
          <p:spPr bwMode="auto">
            <a:xfrm>
              <a:off x="1529526" y="2934047"/>
              <a:ext cx="0" cy="827220"/>
            </a:xfrm>
            <a:prstGeom prst="line">
              <a:avLst/>
            </a:prstGeom>
            <a:ln w="19050">
              <a:solidFill>
                <a:srgbClr val="003300"/>
              </a:solidFill>
            </a:ln>
          </p:spPr>
          <p:style>
            <a:lnRef idx="1">
              <a:schemeClr val="accent1"/>
            </a:lnRef>
            <a:fillRef idx="0">
              <a:schemeClr val="accent1"/>
            </a:fillRef>
            <a:effectRef idx="0">
              <a:schemeClr val="accent1"/>
            </a:effectRef>
            <a:fontRef idx="minor">
              <a:schemeClr val="tx1"/>
            </a:fontRef>
          </p:style>
        </p:cxnSp>
        <p:grpSp>
          <p:nvGrpSpPr>
            <p:cNvPr id="19469" name="组合 88"/>
            <p:cNvGrpSpPr/>
            <p:nvPr/>
          </p:nvGrpSpPr>
          <p:grpSpPr>
            <a:xfrm flipH="1">
              <a:off x="1564320" y="2851118"/>
              <a:ext cx="215982" cy="1079921"/>
              <a:chOff x="1792750" y="302821"/>
              <a:chExt cx="860963" cy="2630384"/>
            </a:xfrm>
          </p:grpSpPr>
          <p:sp>
            <p:nvSpPr>
              <p:cNvPr id="53" name="弧形 52"/>
              <p:cNvSpPr/>
              <p:nvPr/>
            </p:nvSpPr>
            <p:spPr>
              <a:xfrm>
                <a:off x="1792555" y="528017"/>
                <a:ext cx="841653" cy="162427"/>
              </a:xfrm>
              <a:prstGeom prst="arc">
                <a:avLst>
                  <a:gd name="adj1" fmla="val 16200000"/>
                  <a:gd name="adj2" fmla="val 5214362"/>
                </a:avLst>
              </a:prstGeom>
              <a:ln>
                <a:solidFill>
                  <a:srgbClr val="003300"/>
                </a:solidFill>
              </a:ln>
            </p:spPr>
            <p:style>
              <a:lnRef idx="1">
                <a:schemeClr val="accent1"/>
              </a:lnRef>
              <a:fillRef idx="0">
                <a:schemeClr val="accent1"/>
              </a:fillRef>
              <a:effectRef idx="0">
                <a:schemeClr val="accent1"/>
              </a:effectRef>
              <a:fontRef idx="minor">
                <a:schemeClr val="tx1"/>
              </a:fontRef>
            </p:style>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cs"/>
                </a:endParaRPr>
              </a:p>
            </p:txBody>
          </p:sp>
          <p:sp>
            <p:nvSpPr>
              <p:cNvPr id="54" name="弧形 53"/>
              <p:cNvSpPr/>
              <p:nvPr/>
            </p:nvSpPr>
            <p:spPr>
              <a:xfrm>
                <a:off x="1792555" y="698179"/>
                <a:ext cx="841653" cy="162427"/>
              </a:xfrm>
              <a:prstGeom prst="arc">
                <a:avLst>
                  <a:gd name="adj1" fmla="val 16200000"/>
                  <a:gd name="adj2" fmla="val 5214362"/>
                </a:avLst>
              </a:prstGeom>
              <a:ln>
                <a:solidFill>
                  <a:srgbClr val="003300"/>
                </a:solidFill>
              </a:ln>
            </p:spPr>
            <p:style>
              <a:lnRef idx="1">
                <a:schemeClr val="accent1"/>
              </a:lnRef>
              <a:fillRef idx="0">
                <a:schemeClr val="accent1"/>
              </a:fillRef>
              <a:effectRef idx="0">
                <a:schemeClr val="accent1"/>
              </a:effectRef>
              <a:fontRef idx="minor">
                <a:schemeClr val="tx1"/>
              </a:fontRef>
            </p:style>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cs"/>
                </a:endParaRPr>
              </a:p>
            </p:txBody>
          </p:sp>
          <p:sp>
            <p:nvSpPr>
              <p:cNvPr id="55" name="弧形 54"/>
              <p:cNvSpPr/>
              <p:nvPr/>
            </p:nvSpPr>
            <p:spPr>
              <a:xfrm>
                <a:off x="1811541" y="852872"/>
                <a:ext cx="841650" cy="162427"/>
              </a:xfrm>
              <a:prstGeom prst="arc">
                <a:avLst>
                  <a:gd name="adj1" fmla="val 16200000"/>
                  <a:gd name="adj2" fmla="val 5214362"/>
                </a:avLst>
              </a:prstGeom>
              <a:ln>
                <a:solidFill>
                  <a:srgbClr val="003300"/>
                </a:solidFill>
              </a:ln>
            </p:spPr>
            <p:style>
              <a:lnRef idx="1">
                <a:schemeClr val="accent1"/>
              </a:lnRef>
              <a:fillRef idx="0">
                <a:schemeClr val="accent1"/>
              </a:fillRef>
              <a:effectRef idx="0">
                <a:schemeClr val="accent1"/>
              </a:effectRef>
              <a:fontRef idx="minor">
                <a:schemeClr val="tx1"/>
              </a:fontRef>
            </p:style>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cs"/>
                </a:endParaRPr>
              </a:p>
            </p:txBody>
          </p:sp>
          <p:sp>
            <p:nvSpPr>
              <p:cNvPr id="56" name="弧形 55"/>
              <p:cNvSpPr/>
              <p:nvPr/>
            </p:nvSpPr>
            <p:spPr>
              <a:xfrm>
                <a:off x="1805211" y="1023034"/>
                <a:ext cx="841653" cy="158561"/>
              </a:xfrm>
              <a:prstGeom prst="arc">
                <a:avLst>
                  <a:gd name="adj1" fmla="val 16200000"/>
                  <a:gd name="adj2" fmla="val 5214362"/>
                </a:avLst>
              </a:prstGeom>
              <a:ln>
                <a:solidFill>
                  <a:srgbClr val="003300"/>
                </a:solidFill>
              </a:ln>
            </p:spPr>
            <p:style>
              <a:lnRef idx="1">
                <a:schemeClr val="accent1"/>
              </a:lnRef>
              <a:fillRef idx="0">
                <a:schemeClr val="accent1"/>
              </a:fillRef>
              <a:effectRef idx="0">
                <a:schemeClr val="accent1"/>
              </a:effectRef>
              <a:fontRef idx="minor">
                <a:schemeClr val="tx1"/>
              </a:fontRef>
            </p:style>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cs"/>
                </a:endParaRPr>
              </a:p>
            </p:txBody>
          </p:sp>
          <p:sp>
            <p:nvSpPr>
              <p:cNvPr id="57" name="弧形 56"/>
              <p:cNvSpPr/>
              <p:nvPr/>
            </p:nvSpPr>
            <p:spPr>
              <a:xfrm>
                <a:off x="1805211" y="1189330"/>
                <a:ext cx="841653" cy="162427"/>
              </a:xfrm>
              <a:prstGeom prst="arc">
                <a:avLst>
                  <a:gd name="adj1" fmla="val 16200000"/>
                  <a:gd name="adj2" fmla="val 5214362"/>
                </a:avLst>
              </a:prstGeom>
              <a:ln>
                <a:solidFill>
                  <a:srgbClr val="003300"/>
                </a:solidFill>
              </a:ln>
            </p:spPr>
            <p:style>
              <a:lnRef idx="1">
                <a:schemeClr val="accent1"/>
              </a:lnRef>
              <a:fillRef idx="0">
                <a:schemeClr val="accent1"/>
              </a:fillRef>
              <a:effectRef idx="0">
                <a:schemeClr val="accent1"/>
              </a:effectRef>
              <a:fontRef idx="minor">
                <a:schemeClr val="tx1"/>
              </a:fontRef>
            </p:style>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cs"/>
                </a:endParaRPr>
              </a:p>
            </p:txBody>
          </p:sp>
          <p:sp>
            <p:nvSpPr>
              <p:cNvPr id="58" name="弧形 57"/>
              <p:cNvSpPr/>
              <p:nvPr/>
            </p:nvSpPr>
            <p:spPr>
              <a:xfrm>
                <a:off x="1805211" y="1351757"/>
                <a:ext cx="841653" cy="162427"/>
              </a:xfrm>
              <a:prstGeom prst="arc">
                <a:avLst>
                  <a:gd name="adj1" fmla="val 16200000"/>
                  <a:gd name="adj2" fmla="val 5214362"/>
                </a:avLst>
              </a:prstGeom>
              <a:ln>
                <a:solidFill>
                  <a:srgbClr val="003300"/>
                </a:solidFill>
              </a:ln>
            </p:spPr>
            <p:style>
              <a:lnRef idx="1">
                <a:schemeClr val="accent1"/>
              </a:lnRef>
              <a:fillRef idx="0">
                <a:schemeClr val="accent1"/>
              </a:fillRef>
              <a:effectRef idx="0">
                <a:schemeClr val="accent1"/>
              </a:effectRef>
              <a:fontRef idx="minor">
                <a:schemeClr val="tx1"/>
              </a:fontRef>
            </p:style>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cs"/>
                </a:endParaRPr>
              </a:p>
            </p:txBody>
          </p:sp>
          <p:sp>
            <p:nvSpPr>
              <p:cNvPr id="59" name="弧形 58"/>
              <p:cNvSpPr/>
              <p:nvPr/>
            </p:nvSpPr>
            <p:spPr>
              <a:xfrm>
                <a:off x="1805211" y="1521920"/>
                <a:ext cx="841653" cy="162427"/>
              </a:xfrm>
              <a:prstGeom prst="arc">
                <a:avLst>
                  <a:gd name="adj1" fmla="val 16200000"/>
                  <a:gd name="adj2" fmla="val 5214362"/>
                </a:avLst>
              </a:prstGeom>
              <a:ln>
                <a:solidFill>
                  <a:srgbClr val="003300"/>
                </a:solidFill>
              </a:ln>
            </p:spPr>
            <p:style>
              <a:lnRef idx="1">
                <a:schemeClr val="accent1"/>
              </a:lnRef>
              <a:fillRef idx="0">
                <a:schemeClr val="accent1"/>
              </a:fillRef>
              <a:effectRef idx="0">
                <a:schemeClr val="accent1"/>
              </a:effectRef>
              <a:fontRef idx="minor">
                <a:schemeClr val="tx1"/>
              </a:fontRef>
            </p:style>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cs"/>
                </a:endParaRPr>
              </a:p>
            </p:txBody>
          </p:sp>
          <p:sp>
            <p:nvSpPr>
              <p:cNvPr id="60" name="弧形 59"/>
              <p:cNvSpPr/>
              <p:nvPr/>
            </p:nvSpPr>
            <p:spPr>
              <a:xfrm>
                <a:off x="1805211" y="1688213"/>
                <a:ext cx="841653" cy="162427"/>
              </a:xfrm>
              <a:prstGeom prst="arc">
                <a:avLst>
                  <a:gd name="adj1" fmla="val 16200000"/>
                  <a:gd name="adj2" fmla="val 5214362"/>
                </a:avLst>
              </a:prstGeom>
              <a:ln>
                <a:solidFill>
                  <a:srgbClr val="003300"/>
                </a:solidFill>
              </a:ln>
            </p:spPr>
            <p:style>
              <a:lnRef idx="1">
                <a:schemeClr val="accent1"/>
              </a:lnRef>
              <a:fillRef idx="0">
                <a:schemeClr val="accent1"/>
              </a:fillRef>
              <a:effectRef idx="0">
                <a:schemeClr val="accent1"/>
              </a:effectRef>
              <a:fontRef idx="minor">
                <a:schemeClr val="tx1"/>
              </a:fontRef>
            </p:style>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cs"/>
                </a:endParaRPr>
              </a:p>
            </p:txBody>
          </p:sp>
          <p:sp>
            <p:nvSpPr>
              <p:cNvPr id="61" name="弧形 60"/>
              <p:cNvSpPr/>
              <p:nvPr/>
            </p:nvSpPr>
            <p:spPr>
              <a:xfrm>
                <a:off x="1805211" y="1858375"/>
                <a:ext cx="841653" cy="162427"/>
              </a:xfrm>
              <a:prstGeom prst="arc">
                <a:avLst>
                  <a:gd name="adj1" fmla="val 16200000"/>
                  <a:gd name="adj2" fmla="val 5214362"/>
                </a:avLst>
              </a:prstGeom>
              <a:ln>
                <a:solidFill>
                  <a:srgbClr val="003300"/>
                </a:solidFill>
              </a:ln>
            </p:spPr>
            <p:style>
              <a:lnRef idx="1">
                <a:schemeClr val="accent1"/>
              </a:lnRef>
              <a:fillRef idx="0">
                <a:schemeClr val="accent1"/>
              </a:fillRef>
              <a:effectRef idx="0">
                <a:schemeClr val="accent1"/>
              </a:effectRef>
              <a:fontRef idx="minor">
                <a:schemeClr val="tx1"/>
              </a:fontRef>
            </p:style>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cs"/>
                </a:endParaRPr>
              </a:p>
            </p:txBody>
          </p:sp>
          <p:sp>
            <p:nvSpPr>
              <p:cNvPr id="62" name="弧形 61"/>
              <p:cNvSpPr/>
              <p:nvPr/>
            </p:nvSpPr>
            <p:spPr>
              <a:xfrm>
                <a:off x="1811541" y="2024671"/>
                <a:ext cx="841650" cy="162427"/>
              </a:xfrm>
              <a:prstGeom prst="arc">
                <a:avLst>
                  <a:gd name="adj1" fmla="val 16200000"/>
                  <a:gd name="adj2" fmla="val 5214362"/>
                </a:avLst>
              </a:prstGeom>
              <a:ln>
                <a:solidFill>
                  <a:srgbClr val="003300"/>
                </a:solidFill>
              </a:ln>
            </p:spPr>
            <p:style>
              <a:lnRef idx="1">
                <a:schemeClr val="accent1"/>
              </a:lnRef>
              <a:fillRef idx="0">
                <a:schemeClr val="accent1"/>
              </a:fillRef>
              <a:effectRef idx="0">
                <a:schemeClr val="accent1"/>
              </a:effectRef>
              <a:fontRef idx="minor">
                <a:schemeClr val="tx1"/>
              </a:fontRef>
            </p:style>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cs"/>
                </a:endParaRPr>
              </a:p>
            </p:txBody>
          </p:sp>
          <p:sp>
            <p:nvSpPr>
              <p:cNvPr id="63" name="弧形 62"/>
              <p:cNvSpPr/>
              <p:nvPr/>
            </p:nvSpPr>
            <p:spPr>
              <a:xfrm>
                <a:off x="1811541" y="2190965"/>
                <a:ext cx="841650" cy="162427"/>
              </a:xfrm>
              <a:prstGeom prst="arc">
                <a:avLst>
                  <a:gd name="adj1" fmla="val 16200000"/>
                  <a:gd name="adj2" fmla="val 5214362"/>
                </a:avLst>
              </a:prstGeom>
              <a:ln>
                <a:solidFill>
                  <a:srgbClr val="003300"/>
                </a:solidFill>
              </a:ln>
            </p:spPr>
            <p:style>
              <a:lnRef idx="1">
                <a:schemeClr val="accent1"/>
              </a:lnRef>
              <a:fillRef idx="0">
                <a:schemeClr val="accent1"/>
              </a:fillRef>
              <a:effectRef idx="0">
                <a:schemeClr val="accent1"/>
              </a:effectRef>
              <a:fontRef idx="minor">
                <a:schemeClr val="tx1"/>
              </a:fontRef>
            </p:style>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cs"/>
                </a:endParaRPr>
              </a:p>
            </p:txBody>
          </p:sp>
          <p:sp>
            <p:nvSpPr>
              <p:cNvPr id="64" name="弧形 63"/>
              <p:cNvSpPr/>
              <p:nvPr/>
            </p:nvSpPr>
            <p:spPr>
              <a:xfrm>
                <a:off x="1811541" y="2361127"/>
                <a:ext cx="841650" cy="162427"/>
              </a:xfrm>
              <a:prstGeom prst="arc">
                <a:avLst>
                  <a:gd name="adj1" fmla="val 16200000"/>
                  <a:gd name="adj2" fmla="val 5214362"/>
                </a:avLst>
              </a:prstGeom>
              <a:ln>
                <a:solidFill>
                  <a:srgbClr val="003300"/>
                </a:solidFill>
              </a:ln>
            </p:spPr>
            <p:style>
              <a:lnRef idx="1">
                <a:schemeClr val="accent1"/>
              </a:lnRef>
              <a:fillRef idx="0">
                <a:schemeClr val="accent1"/>
              </a:fillRef>
              <a:effectRef idx="0">
                <a:schemeClr val="accent1"/>
              </a:effectRef>
              <a:fontRef idx="minor">
                <a:schemeClr val="tx1"/>
              </a:fontRef>
            </p:style>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cs"/>
                </a:endParaRPr>
              </a:p>
            </p:txBody>
          </p:sp>
          <p:sp>
            <p:nvSpPr>
              <p:cNvPr id="65" name="任意多边形 64"/>
              <p:cNvSpPr/>
              <p:nvPr/>
            </p:nvSpPr>
            <p:spPr>
              <a:xfrm>
                <a:off x="2203890" y="303713"/>
                <a:ext cx="215159" cy="224305"/>
              </a:xfrm>
              <a:custGeom>
                <a:avLst/>
                <a:gdLst>
                  <a:gd name="connsiteX0" fmla="*/ 0 w 219693"/>
                  <a:gd name="connsiteY0" fmla="*/ 225632 h 225632"/>
                  <a:gd name="connsiteX1" fmla="*/ 219693 w 219693"/>
                  <a:gd name="connsiteY1" fmla="*/ 178130 h 225632"/>
                  <a:gd name="connsiteX2" fmla="*/ 219693 w 219693"/>
                  <a:gd name="connsiteY2" fmla="*/ 0 h 225632"/>
                </a:gdLst>
                <a:ahLst/>
                <a:cxnLst>
                  <a:cxn ang="0">
                    <a:pos x="connsiteX0" y="connsiteY0"/>
                  </a:cxn>
                  <a:cxn ang="0">
                    <a:pos x="connsiteX1" y="connsiteY1"/>
                  </a:cxn>
                  <a:cxn ang="0">
                    <a:pos x="connsiteX2" y="connsiteY2"/>
                  </a:cxn>
                </a:cxnLst>
                <a:rect l="l" t="t" r="r" b="b"/>
                <a:pathLst>
                  <a:path w="219693" h="225632">
                    <a:moveTo>
                      <a:pt x="0" y="225632"/>
                    </a:moveTo>
                    <a:lnTo>
                      <a:pt x="219693" y="178130"/>
                    </a:lnTo>
                    <a:lnTo>
                      <a:pt x="219693" y="0"/>
                    </a:lnTo>
                  </a:path>
                </a:pathLst>
              </a:custGeom>
              <a:noFill/>
              <a:ln>
                <a:solidFill>
                  <a:srgbClr val="0033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lt1"/>
                  </a:solidFill>
                  <a:effectLst/>
                  <a:uLnTx/>
                  <a:uFillTx/>
                  <a:latin typeface="+mn-lt"/>
                  <a:ea typeface="+mn-ea"/>
                  <a:cs typeface="+mn-cs"/>
                </a:endParaRPr>
              </a:p>
            </p:txBody>
          </p:sp>
          <p:sp>
            <p:nvSpPr>
              <p:cNvPr id="66" name="任意多边形 65"/>
              <p:cNvSpPr/>
              <p:nvPr/>
            </p:nvSpPr>
            <p:spPr>
              <a:xfrm>
                <a:off x="2229203" y="2531289"/>
                <a:ext cx="189846" cy="402201"/>
              </a:xfrm>
              <a:custGeom>
                <a:avLst/>
                <a:gdLst>
                  <a:gd name="connsiteX0" fmla="*/ 0 w 184067"/>
                  <a:gd name="connsiteY0" fmla="*/ 0 h 403761"/>
                  <a:gd name="connsiteX1" fmla="*/ 184067 w 184067"/>
                  <a:gd name="connsiteY1" fmla="*/ 184067 h 403761"/>
                  <a:gd name="connsiteX2" fmla="*/ 184067 w 184067"/>
                  <a:gd name="connsiteY2" fmla="*/ 403761 h 403761"/>
                </a:gdLst>
                <a:ahLst/>
                <a:cxnLst>
                  <a:cxn ang="0">
                    <a:pos x="connsiteX0" y="connsiteY0"/>
                  </a:cxn>
                  <a:cxn ang="0">
                    <a:pos x="connsiteX1" y="connsiteY1"/>
                  </a:cxn>
                  <a:cxn ang="0">
                    <a:pos x="connsiteX2" y="connsiteY2"/>
                  </a:cxn>
                </a:cxnLst>
                <a:rect l="l" t="t" r="r" b="b"/>
                <a:pathLst>
                  <a:path w="184067" h="403761">
                    <a:moveTo>
                      <a:pt x="0" y="0"/>
                    </a:moveTo>
                    <a:lnTo>
                      <a:pt x="184067" y="184067"/>
                    </a:lnTo>
                    <a:lnTo>
                      <a:pt x="184067" y="403761"/>
                    </a:lnTo>
                  </a:path>
                </a:pathLst>
              </a:custGeom>
              <a:noFill/>
              <a:ln>
                <a:solidFill>
                  <a:srgbClr val="0033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lt1"/>
                  </a:solidFill>
                  <a:effectLst/>
                  <a:uLnTx/>
                  <a:uFillTx/>
                  <a:latin typeface="+mn-lt"/>
                  <a:ea typeface="+mn-ea"/>
                  <a:cs typeface="+mn-cs"/>
                </a:endParaRPr>
              </a:p>
            </p:txBody>
          </p:sp>
        </p:grpSp>
        <p:grpSp>
          <p:nvGrpSpPr>
            <p:cNvPr id="19470" name="组合 106"/>
            <p:cNvGrpSpPr/>
            <p:nvPr/>
          </p:nvGrpSpPr>
          <p:grpSpPr>
            <a:xfrm>
              <a:off x="2188606" y="2942848"/>
              <a:ext cx="1223899" cy="1223910"/>
              <a:chOff x="2265294" y="1361903"/>
              <a:chExt cx="1273547" cy="1241779"/>
            </a:xfrm>
          </p:grpSpPr>
          <p:sp>
            <p:nvSpPr>
              <p:cNvPr id="40" name="菱形 39"/>
              <p:cNvSpPr/>
              <p:nvPr/>
            </p:nvSpPr>
            <p:spPr>
              <a:xfrm>
                <a:off x="2265016" y="1362640"/>
                <a:ext cx="1273615" cy="1240419"/>
              </a:xfrm>
              <a:prstGeom prst="diamond">
                <a:avLst/>
              </a:prstGeom>
              <a:noFill/>
              <a:ln w="19050">
                <a:solidFill>
                  <a:srgbClr val="0033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lt1"/>
                  </a:solidFill>
                  <a:effectLst/>
                  <a:uLnTx/>
                  <a:uFillTx/>
                  <a:latin typeface="+mn-lt"/>
                  <a:ea typeface="+mn-ea"/>
                  <a:cs typeface="+mn-cs"/>
                </a:endParaRPr>
              </a:p>
            </p:txBody>
          </p:sp>
          <p:grpSp>
            <p:nvGrpSpPr>
              <p:cNvPr id="19500" name="组合 105"/>
              <p:cNvGrpSpPr/>
              <p:nvPr/>
            </p:nvGrpSpPr>
            <p:grpSpPr>
              <a:xfrm rot="2700000">
                <a:off x="2563065" y="1571713"/>
                <a:ext cx="119419" cy="139388"/>
                <a:chOff x="2796397" y="2920865"/>
                <a:chExt cx="119419" cy="139388"/>
              </a:xfrm>
            </p:grpSpPr>
            <p:sp>
              <p:nvSpPr>
                <p:cNvPr id="51" name="等腰三角形 50"/>
                <p:cNvSpPr/>
                <p:nvPr/>
              </p:nvSpPr>
              <p:spPr>
                <a:xfrm>
                  <a:off x="2808723" y="2940266"/>
                  <a:ext cx="85379" cy="112329"/>
                </a:xfrm>
                <a:prstGeom prst="triangle">
                  <a:avLst/>
                </a:prstGeom>
                <a:solidFill>
                  <a:srgbClr val="003300"/>
                </a:solidFill>
                <a:ln w="19050">
                  <a:solidFill>
                    <a:srgbClr val="0033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lt1"/>
                    </a:solidFill>
                    <a:effectLst/>
                    <a:uLnTx/>
                    <a:uFillTx/>
                    <a:latin typeface="+mn-lt"/>
                    <a:ea typeface="+mn-ea"/>
                    <a:cs typeface="+mn-cs"/>
                  </a:endParaRPr>
                </a:p>
              </p:txBody>
            </p:sp>
            <p:cxnSp>
              <p:nvCxnSpPr>
                <p:cNvPr id="52" name="直接连接符 51"/>
                <p:cNvCxnSpPr/>
                <p:nvPr/>
              </p:nvCxnSpPr>
              <p:spPr>
                <a:xfrm>
                  <a:off x="2794420" y="2906489"/>
                  <a:ext cx="120819" cy="0"/>
                </a:xfrm>
                <a:prstGeom prst="line">
                  <a:avLst/>
                </a:prstGeom>
                <a:ln w="19050">
                  <a:solidFill>
                    <a:srgbClr val="003300"/>
                  </a:solidFill>
                </a:ln>
              </p:spPr>
              <p:style>
                <a:lnRef idx="1">
                  <a:schemeClr val="accent1"/>
                </a:lnRef>
                <a:fillRef idx="0">
                  <a:schemeClr val="accent1"/>
                </a:fillRef>
                <a:effectRef idx="0">
                  <a:schemeClr val="accent1"/>
                </a:effectRef>
                <a:fontRef idx="minor">
                  <a:schemeClr val="tx1"/>
                </a:fontRef>
              </p:style>
            </p:cxnSp>
          </p:grpSp>
          <p:grpSp>
            <p:nvGrpSpPr>
              <p:cNvPr id="19501" name="组合 110"/>
              <p:cNvGrpSpPr/>
              <p:nvPr/>
            </p:nvGrpSpPr>
            <p:grpSpPr>
              <a:xfrm rot="-2700000" flipV="1">
                <a:off x="3196798" y="1627095"/>
                <a:ext cx="119419" cy="139388"/>
                <a:chOff x="2796397" y="2920865"/>
                <a:chExt cx="119419" cy="139388"/>
              </a:xfrm>
            </p:grpSpPr>
            <p:sp>
              <p:nvSpPr>
                <p:cNvPr id="49" name="等腰三角形 48"/>
                <p:cNvSpPr/>
                <p:nvPr/>
              </p:nvSpPr>
              <p:spPr>
                <a:xfrm>
                  <a:off x="2810479" y="2959711"/>
                  <a:ext cx="83768" cy="104070"/>
                </a:xfrm>
                <a:prstGeom prst="triangle">
                  <a:avLst/>
                </a:prstGeom>
                <a:solidFill>
                  <a:srgbClr val="003300"/>
                </a:solidFill>
                <a:ln w="19050">
                  <a:solidFill>
                    <a:srgbClr val="0033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lt1"/>
                    </a:solidFill>
                    <a:effectLst/>
                    <a:uLnTx/>
                    <a:uFillTx/>
                    <a:latin typeface="+mn-lt"/>
                    <a:ea typeface="+mn-ea"/>
                    <a:cs typeface="+mn-cs"/>
                  </a:endParaRPr>
                </a:p>
              </p:txBody>
            </p:sp>
            <p:cxnSp>
              <p:nvCxnSpPr>
                <p:cNvPr id="50" name="直接连接符 49"/>
                <p:cNvCxnSpPr/>
                <p:nvPr/>
              </p:nvCxnSpPr>
              <p:spPr>
                <a:xfrm>
                  <a:off x="2796980" y="2929982"/>
                  <a:ext cx="117598" cy="0"/>
                </a:xfrm>
                <a:prstGeom prst="line">
                  <a:avLst/>
                </a:prstGeom>
                <a:ln w="19050">
                  <a:solidFill>
                    <a:srgbClr val="003300"/>
                  </a:solidFill>
                </a:ln>
              </p:spPr>
              <p:style>
                <a:lnRef idx="1">
                  <a:schemeClr val="accent1"/>
                </a:lnRef>
                <a:fillRef idx="0">
                  <a:schemeClr val="accent1"/>
                </a:fillRef>
                <a:effectRef idx="0">
                  <a:schemeClr val="accent1"/>
                </a:effectRef>
                <a:fontRef idx="minor">
                  <a:schemeClr val="tx1"/>
                </a:fontRef>
              </p:style>
            </p:cxnSp>
          </p:grpSp>
          <p:grpSp>
            <p:nvGrpSpPr>
              <p:cNvPr id="19502" name="组合 113"/>
              <p:cNvGrpSpPr/>
              <p:nvPr/>
            </p:nvGrpSpPr>
            <p:grpSpPr>
              <a:xfrm rot="-2700000" flipV="1">
                <a:off x="2520843" y="2214701"/>
                <a:ext cx="119419" cy="139388"/>
                <a:chOff x="2796397" y="2920865"/>
                <a:chExt cx="119419" cy="139388"/>
              </a:xfrm>
            </p:grpSpPr>
            <p:sp>
              <p:nvSpPr>
                <p:cNvPr id="47" name="等腰三角形 46"/>
                <p:cNvSpPr/>
                <p:nvPr/>
              </p:nvSpPr>
              <p:spPr>
                <a:xfrm>
                  <a:off x="2813851" y="2956381"/>
                  <a:ext cx="83768" cy="107374"/>
                </a:xfrm>
                <a:prstGeom prst="triangle">
                  <a:avLst/>
                </a:prstGeom>
                <a:solidFill>
                  <a:srgbClr val="003300"/>
                </a:solidFill>
                <a:ln w="19050">
                  <a:solidFill>
                    <a:srgbClr val="0033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lt1"/>
                    </a:solidFill>
                    <a:effectLst/>
                    <a:uLnTx/>
                    <a:uFillTx/>
                    <a:latin typeface="+mn-lt"/>
                    <a:ea typeface="+mn-ea"/>
                    <a:cs typeface="+mn-cs"/>
                  </a:endParaRPr>
                </a:p>
              </p:txBody>
            </p:sp>
            <p:cxnSp>
              <p:nvCxnSpPr>
                <p:cNvPr id="48" name="直接连接符 47"/>
                <p:cNvCxnSpPr/>
                <p:nvPr/>
              </p:nvCxnSpPr>
              <p:spPr>
                <a:xfrm>
                  <a:off x="2796699" y="2934727"/>
                  <a:ext cx="119209" cy="0"/>
                </a:xfrm>
                <a:prstGeom prst="line">
                  <a:avLst/>
                </a:prstGeom>
                <a:ln w="19050">
                  <a:solidFill>
                    <a:srgbClr val="003300"/>
                  </a:solidFill>
                </a:ln>
              </p:spPr>
              <p:style>
                <a:lnRef idx="1">
                  <a:schemeClr val="accent1"/>
                </a:lnRef>
                <a:fillRef idx="0">
                  <a:schemeClr val="accent1"/>
                </a:fillRef>
                <a:effectRef idx="0">
                  <a:schemeClr val="accent1"/>
                </a:effectRef>
                <a:fontRef idx="minor">
                  <a:schemeClr val="tx1"/>
                </a:fontRef>
              </p:style>
            </p:cxnSp>
          </p:grpSp>
          <p:grpSp>
            <p:nvGrpSpPr>
              <p:cNvPr id="19503" name="组合 116"/>
              <p:cNvGrpSpPr/>
              <p:nvPr/>
            </p:nvGrpSpPr>
            <p:grpSpPr>
              <a:xfrm rot="2700000">
                <a:off x="3162411" y="2231593"/>
                <a:ext cx="119419" cy="139388"/>
                <a:chOff x="2796397" y="2920865"/>
                <a:chExt cx="119419" cy="139388"/>
              </a:xfrm>
            </p:grpSpPr>
            <p:sp>
              <p:nvSpPr>
                <p:cNvPr id="45" name="等腰三角形 44"/>
                <p:cNvSpPr/>
                <p:nvPr/>
              </p:nvSpPr>
              <p:spPr>
                <a:xfrm>
                  <a:off x="2796349" y="2962489"/>
                  <a:ext cx="88601" cy="105722"/>
                </a:xfrm>
                <a:prstGeom prst="triangle">
                  <a:avLst/>
                </a:prstGeom>
                <a:solidFill>
                  <a:srgbClr val="003300"/>
                </a:solidFill>
                <a:ln w="19050">
                  <a:solidFill>
                    <a:srgbClr val="0033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lt1"/>
                    </a:solidFill>
                    <a:effectLst/>
                    <a:uLnTx/>
                    <a:uFillTx/>
                    <a:latin typeface="+mn-lt"/>
                    <a:ea typeface="+mn-ea"/>
                    <a:cs typeface="+mn-cs"/>
                  </a:endParaRPr>
                </a:p>
              </p:txBody>
            </p:sp>
            <p:cxnSp>
              <p:nvCxnSpPr>
                <p:cNvPr id="46" name="直接连接符 45"/>
                <p:cNvCxnSpPr/>
                <p:nvPr/>
              </p:nvCxnSpPr>
              <p:spPr>
                <a:xfrm>
                  <a:off x="2783185" y="2924240"/>
                  <a:ext cx="124041" cy="0"/>
                </a:xfrm>
                <a:prstGeom prst="line">
                  <a:avLst/>
                </a:prstGeom>
                <a:ln w="19050">
                  <a:solidFill>
                    <a:srgbClr val="003300"/>
                  </a:solidFill>
                </a:ln>
              </p:spPr>
              <p:style>
                <a:lnRef idx="1">
                  <a:schemeClr val="accent1"/>
                </a:lnRef>
                <a:fillRef idx="0">
                  <a:schemeClr val="accent1"/>
                </a:fillRef>
                <a:effectRef idx="0">
                  <a:schemeClr val="accent1"/>
                </a:effectRef>
                <a:fontRef idx="minor">
                  <a:schemeClr val="tx1"/>
                </a:fontRef>
              </p:style>
            </p:cxnSp>
          </p:grpSp>
        </p:grpSp>
        <p:sp>
          <p:nvSpPr>
            <p:cNvPr id="16" name="任意多边形 15"/>
            <p:cNvSpPr/>
            <p:nvPr/>
          </p:nvSpPr>
          <p:spPr bwMode="auto">
            <a:xfrm>
              <a:off x="1635888" y="3885112"/>
              <a:ext cx="1168401" cy="431869"/>
            </a:xfrm>
            <a:custGeom>
              <a:avLst/>
              <a:gdLst>
                <a:gd name="connsiteX0" fmla="*/ 1120877 w 1120877"/>
                <a:gd name="connsiteY0" fmla="*/ 176981 h 511277"/>
                <a:gd name="connsiteX1" fmla="*/ 1120877 w 1120877"/>
                <a:gd name="connsiteY1" fmla="*/ 511277 h 511277"/>
                <a:gd name="connsiteX2" fmla="*/ 0 w 1120877"/>
                <a:gd name="connsiteY2" fmla="*/ 511277 h 511277"/>
                <a:gd name="connsiteX3" fmla="*/ 0 w 1120877"/>
                <a:gd name="connsiteY3" fmla="*/ 0 h 511277"/>
                <a:gd name="connsiteX0-1" fmla="*/ 1111444 w 1120877"/>
                <a:gd name="connsiteY0-2" fmla="*/ 304801 h 511277"/>
                <a:gd name="connsiteX1-3" fmla="*/ 1120877 w 1120877"/>
                <a:gd name="connsiteY1-4" fmla="*/ 511277 h 511277"/>
                <a:gd name="connsiteX2-5" fmla="*/ 0 w 1120877"/>
                <a:gd name="connsiteY2-6" fmla="*/ 511277 h 511277"/>
                <a:gd name="connsiteX3-7" fmla="*/ 0 w 1120877"/>
                <a:gd name="connsiteY3-8" fmla="*/ 0 h 511277"/>
              </a:gdLst>
              <a:ahLst/>
              <a:cxnLst>
                <a:cxn ang="0">
                  <a:pos x="connsiteX0-1" y="connsiteY0-2"/>
                </a:cxn>
                <a:cxn ang="0">
                  <a:pos x="connsiteX1-3" y="connsiteY1-4"/>
                </a:cxn>
                <a:cxn ang="0">
                  <a:pos x="connsiteX2-5" y="connsiteY2-6"/>
                </a:cxn>
                <a:cxn ang="0">
                  <a:pos x="connsiteX3-7" y="connsiteY3-8"/>
                </a:cxn>
              </a:cxnLst>
              <a:rect l="l" t="t" r="r" b="b"/>
              <a:pathLst>
                <a:path w="1120877" h="511277">
                  <a:moveTo>
                    <a:pt x="1111444" y="304801"/>
                  </a:moveTo>
                  <a:lnTo>
                    <a:pt x="1120877" y="511277"/>
                  </a:lnTo>
                  <a:lnTo>
                    <a:pt x="0" y="511277"/>
                  </a:lnTo>
                  <a:lnTo>
                    <a:pt x="0" y="0"/>
                  </a:lnTo>
                </a:path>
              </a:pathLst>
            </a:custGeom>
            <a:noFill/>
            <a:ln w="19050">
              <a:solidFill>
                <a:srgbClr val="0033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lt1"/>
                </a:solidFill>
                <a:effectLst/>
                <a:uLnTx/>
                <a:uFillTx/>
                <a:latin typeface="+mn-lt"/>
                <a:ea typeface="+mn-ea"/>
                <a:cs typeface="+mn-cs"/>
              </a:endParaRPr>
            </a:p>
          </p:txBody>
        </p:sp>
        <p:sp>
          <p:nvSpPr>
            <p:cNvPr id="17" name="任意多边形 16"/>
            <p:cNvSpPr/>
            <p:nvPr/>
          </p:nvSpPr>
          <p:spPr bwMode="auto">
            <a:xfrm>
              <a:off x="1624776" y="2529171"/>
              <a:ext cx="1169988" cy="431869"/>
            </a:xfrm>
            <a:custGeom>
              <a:avLst/>
              <a:gdLst>
                <a:gd name="connsiteX0" fmla="*/ 1170039 w 1170039"/>
                <a:gd name="connsiteY0" fmla="*/ 432619 h 432619"/>
                <a:gd name="connsiteX1" fmla="*/ 1170039 w 1170039"/>
                <a:gd name="connsiteY1" fmla="*/ 0 h 432619"/>
                <a:gd name="connsiteX2" fmla="*/ 0 w 1170039"/>
                <a:gd name="connsiteY2" fmla="*/ 0 h 432619"/>
                <a:gd name="connsiteX3" fmla="*/ 0 w 1170039"/>
                <a:gd name="connsiteY3" fmla="*/ 373626 h 432619"/>
              </a:gdLst>
              <a:ahLst/>
              <a:cxnLst>
                <a:cxn ang="0">
                  <a:pos x="connsiteX0" y="connsiteY0"/>
                </a:cxn>
                <a:cxn ang="0">
                  <a:pos x="connsiteX1" y="connsiteY1"/>
                </a:cxn>
                <a:cxn ang="0">
                  <a:pos x="connsiteX2" y="connsiteY2"/>
                </a:cxn>
                <a:cxn ang="0">
                  <a:pos x="connsiteX3" y="connsiteY3"/>
                </a:cxn>
              </a:cxnLst>
              <a:rect l="l" t="t" r="r" b="b"/>
              <a:pathLst>
                <a:path w="1170039" h="432619">
                  <a:moveTo>
                    <a:pt x="1170039" y="432619"/>
                  </a:moveTo>
                  <a:lnTo>
                    <a:pt x="1170039" y="0"/>
                  </a:lnTo>
                  <a:lnTo>
                    <a:pt x="0" y="0"/>
                  </a:lnTo>
                  <a:lnTo>
                    <a:pt x="0" y="373626"/>
                  </a:lnTo>
                </a:path>
              </a:pathLst>
            </a:custGeom>
            <a:noFill/>
            <a:ln w="19050">
              <a:solidFill>
                <a:srgbClr val="0033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lt1"/>
                </a:solidFill>
                <a:effectLst/>
                <a:uLnTx/>
                <a:uFillTx/>
                <a:latin typeface="+mn-lt"/>
                <a:ea typeface="+mn-ea"/>
                <a:cs typeface="+mn-cs"/>
              </a:endParaRPr>
            </a:p>
          </p:txBody>
        </p:sp>
        <p:sp>
          <p:nvSpPr>
            <p:cNvPr id="18" name="任意多边形 17"/>
            <p:cNvSpPr/>
            <p:nvPr/>
          </p:nvSpPr>
          <p:spPr bwMode="auto">
            <a:xfrm>
              <a:off x="2185164" y="3542157"/>
              <a:ext cx="2360615" cy="1051092"/>
            </a:xfrm>
            <a:custGeom>
              <a:avLst/>
              <a:gdLst>
                <a:gd name="connsiteX0" fmla="*/ 0 w 2605548"/>
                <a:gd name="connsiteY0" fmla="*/ 0 h 1052051"/>
                <a:gd name="connsiteX1" fmla="*/ 0 w 2605548"/>
                <a:gd name="connsiteY1" fmla="*/ 1052051 h 1052051"/>
                <a:gd name="connsiteX2" fmla="*/ 2605548 w 2605548"/>
                <a:gd name="connsiteY2" fmla="*/ 1052051 h 1052051"/>
              </a:gdLst>
              <a:ahLst/>
              <a:cxnLst>
                <a:cxn ang="0">
                  <a:pos x="connsiteX0" y="connsiteY0"/>
                </a:cxn>
                <a:cxn ang="0">
                  <a:pos x="connsiteX1" y="connsiteY1"/>
                </a:cxn>
                <a:cxn ang="0">
                  <a:pos x="connsiteX2" y="connsiteY2"/>
                </a:cxn>
              </a:cxnLst>
              <a:rect l="l" t="t" r="r" b="b"/>
              <a:pathLst>
                <a:path w="2605548" h="1052051">
                  <a:moveTo>
                    <a:pt x="0" y="0"/>
                  </a:moveTo>
                  <a:lnTo>
                    <a:pt x="0" y="1052051"/>
                  </a:lnTo>
                  <a:lnTo>
                    <a:pt x="2605548" y="1052051"/>
                  </a:lnTo>
                </a:path>
              </a:pathLst>
            </a:custGeom>
            <a:noFill/>
            <a:ln w="19050">
              <a:solidFill>
                <a:srgbClr val="0033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lt1"/>
                </a:solidFill>
                <a:effectLst/>
                <a:uLnTx/>
                <a:uFillTx/>
                <a:latin typeface="+mn-lt"/>
                <a:ea typeface="+mn-ea"/>
                <a:cs typeface="+mn-cs"/>
              </a:endParaRPr>
            </a:p>
          </p:txBody>
        </p:sp>
        <p:sp>
          <p:nvSpPr>
            <p:cNvPr id="19" name="任意多边形 18"/>
            <p:cNvSpPr/>
            <p:nvPr/>
          </p:nvSpPr>
          <p:spPr bwMode="auto">
            <a:xfrm>
              <a:off x="3413890" y="2508530"/>
              <a:ext cx="1131889" cy="2087895"/>
            </a:xfrm>
            <a:custGeom>
              <a:avLst/>
              <a:gdLst>
                <a:gd name="connsiteX0" fmla="*/ 0 w 1563329"/>
                <a:gd name="connsiteY0" fmla="*/ 1042220 h 2104103"/>
                <a:gd name="connsiteX1" fmla="*/ 0 w 1563329"/>
                <a:gd name="connsiteY1" fmla="*/ 0 h 2104103"/>
                <a:gd name="connsiteX2" fmla="*/ 1563329 w 1563329"/>
                <a:gd name="connsiteY2" fmla="*/ 0 h 2104103"/>
                <a:gd name="connsiteX3" fmla="*/ 1563329 w 1563329"/>
                <a:gd name="connsiteY3" fmla="*/ 2104103 h 2104103"/>
                <a:gd name="connsiteX4" fmla="*/ 1288025 w 1563329"/>
                <a:gd name="connsiteY4" fmla="*/ 2104103 h 21041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63329" h="2104103">
                  <a:moveTo>
                    <a:pt x="0" y="1042220"/>
                  </a:moveTo>
                  <a:lnTo>
                    <a:pt x="0" y="0"/>
                  </a:lnTo>
                  <a:lnTo>
                    <a:pt x="1563329" y="0"/>
                  </a:lnTo>
                  <a:lnTo>
                    <a:pt x="1563329" y="2104103"/>
                  </a:lnTo>
                  <a:lnTo>
                    <a:pt x="1288025" y="2104103"/>
                  </a:lnTo>
                </a:path>
              </a:pathLst>
            </a:custGeom>
            <a:noFill/>
            <a:ln w="19050">
              <a:solidFill>
                <a:srgbClr val="0033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lt1"/>
                </a:solidFill>
                <a:effectLst/>
                <a:uLnTx/>
                <a:uFillTx/>
                <a:latin typeface="+mn-lt"/>
                <a:ea typeface="+mn-ea"/>
                <a:cs typeface="+mn-cs"/>
              </a:endParaRPr>
            </a:p>
          </p:txBody>
        </p:sp>
        <p:sp>
          <p:nvSpPr>
            <p:cNvPr id="20" name="矩形 19"/>
            <p:cNvSpPr/>
            <p:nvPr/>
          </p:nvSpPr>
          <p:spPr bwMode="auto">
            <a:xfrm>
              <a:off x="4496566" y="3186501"/>
              <a:ext cx="114300" cy="600171"/>
            </a:xfrm>
            <a:prstGeom prst="rect">
              <a:avLst/>
            </a:prstGeom>
            <a:solidFill>
              <a:schemeClr val="bg1"/>
            </a:solidFill>
            <a:ln w="19050">
              <a:solidFill>
                <a:srgbClr val="0033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lt1"/>
                </a:solidFill>
                <a:effectLst/>
                <a:uLnTx/>
                <a:uFillTx/>
                <a:latin typeface="+mn-lt"/>
                <a:ea typeface="+mn-ea"/>
                <a:cs typeface="+mn-cs"/>
              </a:endParaRPr>
            </a:p>
          </p:txBody>
        </p:sp>
        <p:cxnSp>
          <p:nvCxnSpPr>
            <p:cNvPr id="21" name="直接连接符 20"/>
            <p:cNvCxnSpPr/>
            <p:nvPr/>
          </p:nvCxnSpPr>
          <p:spPr bwMode="auto">
            <a:xfrm>
              <a:off x="843725" y="2537109"/>
              <a:ext cx="0" cy="1760818"/>
            </a:xfrm>
            <a:prstGeom prst="line">
              <a:avLst/>
            </a:prstGeom>
            <a:ln>
              <a:solidFill>
                <a:srgbClr val="0070C0"/>
              </a:solidFill>
              <a:prstDash val="dash"/>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bwMode="auto">
            <a:xfrm>
              <a:off x="1994664" y="2537109"/>
              <a:ext cx="0" cy="1760818"/>
            </a:xfrm>
            <a:prstGeom prst="line">
              <a:avLst/>
            </a:prstGeom>
            <a:ln>
              <a:solidFill>
                <a:srgbClr val="0070C0"/>
              </a:solidFill>
              <a:prstDash val="dash"/>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bwMode="auto">
            <a:xfrm>
              <a:off x="4393379" y="2508530"/>
              <a:ext cx="0" cy="2052965"/>
            </a:xfrm>
            <a:prstGeom prst="line">
              <a:avLst/>
            </a:prstGeom>
            <a:ln>
              <a:solidFill>
                <a:srgbClr val="0070C0"/>
              </a:solidFill>
              <a:prstDash val="dash"/>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4" name="文本框 15362"/>
            <p:cNvSpPr txBox="1"/>
            <p:nvPr/>
          </p:nvSpPr>
          <p:spPr bwMode="auto">
            <a:xfrm>
              <a:off x="465900" y="3171356"/>
              <a:ext cx="862990" cy="338529"/>
            </a:xfrm>
            <a:prstGeom prst="rect">
              <a:avLst/>
            </a:prstGeom>
            <a:noFill/>
          </p:spPr>
          <p:txBody>
            <a:bodyPr>
              <a:spAutoFit/>
            </a:bodyPr>
            <a:lstStyle/>
            <a:p>
              <a:pPr marR="0" defTabSz="914400">
                <a:buClrTx/>
                <a:buSzTx/>
                <a:buFontTx/>
                <a:buNone/>
                <a:defRPr/>
              </a:pPr>
              <a:r>
                <a:rPr kumimoji="0" lang="en-US" altLang="zh-CN" sz="1600" b="1" i="1" kern="1200" cap="none" spc="0" normalizeH="0" baseline="0" noProof="0" dirty="0">
                  <a:ln>
                    <a:solidFill>
                      <a:sysClr val="windowText" lastClr="000000"/>
                    </a:solidFill>
                  </a:ln>
                  <a:latin typeface="Times New Roman" panose="02020603050405020304" pitchFamily="18" charset="0"/>
                  <a:ea typeface="华文中宋" panose="02010600040101010101" pitchFamily="2" charset="-122"/>
                  <a:cs typeface="Times New Roman" panose="02020603050405020304" pitchFamily="18" charset="0"/>
                </a:rPr>
                <a:t>V</a:t>
              </a:r>
              <a:r>
                <a:rPr kumimoji="0" lang="en-US" altLang="zh-CN" sz="1600" kern="1200" cap="none" spc="0" normalizeH="0" baseline="-25000" noProof="0" dirty="0">
                  <a:ln>
                    <a:solidFill>
                      <a:sysClr val="windowText" lastClr="000000"/>
                    </a:solidFill>
                  </a:ln>
                  <a:latin typeface="Arial" panose="020B0604020202020204" pitchFamily="34" charset="0"/>
                  <a:ea typeface="华文中宋" panose="02010600040101010101" pitchFamily="2" charset="-122"/>
                  <a:cs typeface="+mn-cs"/>
                </a:rPr>
                <a:t>1</a:t>
              </a:r>
              <a:endParaRPr kumimoji="0" lang="zh-CN" altLang="en-US" sz="1600" kern="1200" cap="none" spc="0" normalizeH="0" baseline="-25000" noProof="0" dirty="0">
                <a:ln>
                  <a:solidFill>
                    <a:sysClr val="windowText" lastClr="000000"/>
                  </a:solidFill>
                </a:ln>
                <a:latin typeface="Arial" panose="020B0604020202020204" pitchFamily="34" charset="0"/>
                <a:ea typeface="华文中宋" panose="02010600040101010101" pitchFamily="2" charset="-122"/>
                <a:cs typeface="+mn-cs"/>
              </a:endParaRPr>
            </a:p>
          </p:txBody>
        </p:sp>
        <p:sp>
          <p:nvSpPr>
            <p:cNvPr id="25" name="文本框 24"/>
            <p:cNvSpPr txBox="1"/>
            <p:nvPr/>
          </p:nvSpPr>
          <p:spPr bwMode="auto">
            <a:xfrm>
              <a:off x="1655520" y="3150554"/>
              <a:ext cx="862990" cy="338529"/>
            </a:xfrm>
            <a:prstGeom prst="rect">
              <a:avLst/>
            </a:prstGeom>
            <a:noFill/>
          </p:spPr>
          <p:txBody>
            <a:bodyPr>
              <a:spAutoFit/>
            </a:bodyPr>
            <a:lstStyle/>
            <a:p>
              <a:pPr marR="0" defTabSz="914400">
                <a:buClrTx/>
                <a:buSzTx/>
                <a:buFontTx/>
                <a:buNone/>
                <a:defRPr/>
              </a:pPr>
              <a:r>
                <a:rPr kumimoji="0" lang="en-US" altLang="zh-CN" sz="1600" b="1" i="1" kern="1200" cap="none" spc="0" normalizeH="0" baseline="0" noProof="0" dirty="0">
                  <a:ln>
                    <a:solidFill>
                      <a:sysClr val="windowText" lastClr="000000"/>
                    </a:solidFill>
                  </a:ln>
                  <a:latin typeface="Times New Roman" panose="02020603050405020304" pitchFamily="18" charset="0"/>
                  <a:ea typeface="华文中宋" panose="02010600040101010101" pitchFamily="2" charset="-122"/>
                  <a:cs typeface="Times New Roman" panose="02020603050405020304" pitchFamily="18" charset="0"/>
                </a:rPr>
                <a:t>V</a:t>
              </a:r>
              <a:r>
                <a:rPr kumimoji="0" lang="en-US" altLang="zh-CN" sz="1600" kern="1200" cap="none" spc="0" normalizeH="0" baseline="-25000" noProof="0" dirty="0">
                  <a:ln>
                    <a:solidFill>
                      <a:sysClr val="windowText" lastClr="000000"/>
                    </a:solidFill>
                  </a:ln>
                  <a:latin typeface="Arial" panose="020B0604020202020204" pitchFamily="34" charset="0"/>
                  <a:ea typeface="华文中宋" panose="02010600040101010101" pitchFamily="2" charset="-122"/>
                  <a:cs typeface="+mn-cs"/>
                </a:rPr>
                <a:t>2</a:t>
              </a:r>
              <a:endParaRPr kumimoji="0" lang="zh-CN" altLang="en-US" sz="1600" kern="1200" cap="none" spc="0" normalizeH="0" baseline="-25000" noProof="0" dirty="0">
                <a:ln>
                  <a:solidFill>
                    <a:sysClr val="windowText" lastClr="000000"/>
                  </a:solidFill>
                </a:ln>
                <a:latin typeface="Arial" panose="020B0604020202020204" pitchFamily="34" charset="0"/>
                <a:ea typeface="华文中宋" panose="02010600040101010101" pitchFamily="2" charset="-122"/>
                <a:cs typeface="+mn-cs"/>
              </a:endParaRPr>
            </a:p>
          </p:txBody>
        </p:sp>
        <p:sp>
          <p:nvSpPr>
            <p:cNvPr id="26" name="文本框 25"/>
            <p:cNvSpPr txBox="1"/>
            <p:nvPr/>
          </p:nvSpPr>
          <p:spPr bwMode="auto">
            <a:xfrm>
              <a:off x="4024383" y="3208640"/>
              <a:ext cx="862990" cy="338529"/>
            </a:xfrm>
            <a:prstGeom prst="rect">
              <a:avLst/>
            </a:prstGeom>
            <a:noFill/>
          </p:spPr>
          <p:txBody>
            <a:bodyPr>
              <a:spAutoFit/>
            </a:bodyPr>
            <a:lstStyle/>
            <a:p>
              <a:pPr marR="0" defTabSz="914400">
                <a:buClrTx/>
                <a:buSzTx/>
                <a:buFontTx/>
                <a:buNone/>
                <a:defRPr/>
              </a:pPr>
              <a:r>
                <a:rPr kumimoji="0" lang="en-US" altLang="zh-CN" sz="1600" b="1" i="1" kern="1200" cap="none" spc="0" normalizeH="0" baseline="0" noProof="0" dirty="0">
                  <a:ln>
                    <a:solidFill>
                      <a:sysClr val="windowText" lastClr="000000"/>
                    </a:solidFill>
                  </a:ln>
                  <a:latin typeface="Times New Roman" panose="02020603050405020304" pitchFamily="18" charset="0"/>
                  <a:ea typeface="华文中宋" panose="02010600040101010101" pitchFamily="2" charset="-122"/>
                  <a:cs typeface="Times New Roman" panose="02020603050405020304" pitchFamily="18" charset="0"/>
                </a:rPr>
                <a:t>V</a:t>
              </a:r>
              <a:r>
                <a:rPr kumimoji="0" lang="en-US" altLang="zh-CN" sz="1600" kern="1200" cap="none" spc="0" normalizeH="0" baseline="-25000" noProof="0" dirty="0">
                  <a:ln>
                    <a:solidFill>
                      <a:sysClr val="windowText" lastClr="000000"/>
                    </a:solidFill>
                  </a:ln>
                  <a:latin typeface="Arial" panose="020B0604020202020204" pitchFamily="34" charset="0"/>
                  <a:ea typeface="华文中宋" panose="02010600040101010101" pitchFamily="2" charset="-122"/>
                  <a:cs typeface="+mn-cs"/>
                </a:rPr>
                <a:t>0</a:t>
              </a:r>
              <a:endParaRPr kumimoji="0" lang="zh-CN" altLang="en-US" sz="1600" kern="1200" cap="none" spc="0" normalizeH="0" baseline="-25000" noProof="0" dirty="0">
                <a:ln>
                  <a:solidFill>
                    <a:sysClr val="windowText" lastClr="000000"/>
                  </a:solidFill>
                </a:ln>
                <a:latin typeface="Arial" panose="020B0604020202020204" pitchFamily="34" charset="0"/>
                <a:ea typeface="华文中宋" panose="02010600040101010101" pitchFamily="2" charset="-122"/>
                <a:cs typeface="+mn-cs"/>
              </a:endParaRPr>
            </a:p>
          </p:txBody>
        </p:sp>
        <p:sp>
          <p:nvSpPr>
            <p:cNvPr id="27" name="文本框 26"/>
            <p:cNvSpPr txBox="1"/>
            <p:nvPr/>
          </p:nvSpPr>
          <p:spPr bwMode="auto">
            <a:xfrm>
              <a:off x="4554322" y="3326524"/>
              <a:ext cx="862990" cy="338529"/>
            </a:xfrm>
            <a:prstGeom prst="rect">
              <a:avLst/>
            </a:prstGeom>
            <a:noFill/>
          </p:spPr>
          <p:txBody>
            <a:bodyPr>
              <a:spAutoFit/>
            </a:bodyPr>
            <a:lstStyle/>
            <a:p>
              <a:pPr marR="0" defTabSz="914400">
                <a:buClrTx/>
                <a:buSzTx/>
                <a:buFontTx/>
                <a:buNone/>
                <a:defRPr/>
              </a:pPr>
              <a:r>
                <a:rPr kumimoji="0" lang="en-US" altLang="zh-CN" sz="1600" b="1" i="1" kern="1200" cap="none" spc="0" normalizeH="0" baseline="0" noProof="0" dirty="0">
                  <a:ln>
                    <a:solidFill>
                      <a:sysClr val="windowText" lastClr="000000"/>
                    </a:solidFill>
                  </a:ln>
                  <a:latin typeface="Times New Roman" panose="02020603050405020304" pitchFamily="18" charset="0"/>
                  <a:ea typeface="华文中宋" panose="02010600040101010101" pitchFamily="2" charset="-122"/>
                  <a:cs typeface="Times New Roman" panose="02020603050405020304" pitchFamily="18" charset="0"/>
                </a:rPr>
                <a:t>R</a:t>
              </a:r>
              <a:r>
                <a:rPr kumimoji="0" lang="en-US" altLang="zh-CN" sz="1600" i="1" kern="1200" cap="none" spc="0" normalizeH="0" baseline="-25000" noProof="0" dirty="0">
                  <a:ln>
                    <a:solidFill>
                      <a:sysClr val="windowText" lastClr="000000"/>
                    </a:solidFill>
                  </a:ln>
                  <a:latin typeface="Times New Roman" panose="02020603050405020304" pitchFamily="18" charset="0"/>
                  <a:ea typeface="华文中宋" panose="02010600040101010101" pitchFamily="2" charset="-122"/>
                  <a:cs typeface="Times New Roman" panose="02020603050405020304" pitchFamily="18" charset="0"/>
                </a:rPr>
                <a:t>L</a:t>
              </a:r>
              <a:endParaRPr kumimoji="0" lang="zh-CN" altLang="en-US" sz="1600" i="1" kern="1200" cap="none" spc="0" normalizeH="0" baseline="-25000" noProof="0" dirty="0">
                <a:ln>
                  <a:solidFill>
                    <a:sysClr val="windowText" lastClr="000000"/>
                  </a:solidFill>
                </a:ln>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8" name="文本框 27"/>
            <p:cNvSpPr txBox="1"/>
            <p:nvPr/>
          </p:nvSpPr>
          <p:spPr bwMode="auto">
            <a:xfrm>
              <a:off x="2196995" y="2874440"/>
              <a:ext cx="862990" cy="338529"/>
            </a:xfrm>
            <a:prstGeom prst="rect">
              <a:avLst/>
            </a:prstGeom>
            <a:noFill/>
          </p:spPr>
          <p:txBody>
            <a:bodyPr>
              <a:spAutoFit/>
            </a:bodyPr>
            <a:lstStyle/>
            <a:p>
              <a:pPr marR="0" defTabSz="914400">
                <a:buClrTx/>
                <a:buSzTx/>
                <a:buFontTx/>
                <a:buNone/>
                <a:defRPr/>
              </a:pPr>
              <a:r>
                <a:rPr kumimoji="0" lang="en-US" altLang="zh-CN" sz="1600" b="1" i="1" kern="1200" cap="none" spc="0" normalizeH="0" baseline="0" noProof="0" dirty="0">
                  <a:ln>
                    <a:solidFill>
                      <a:sysClr val="windowText" lastClr="000000"/>
                    </a:solidFill>
                  </a:ln>
                  <a:latin typeface="Times New Roman" panose="02020603050405020304" pitchFamily="18" charset="0"/>
                  <a:ea typeface="华文中宋" panose="02010600040101010101" pitchFamily="2" charset="-122"/>
                  <a:cs typeface="Times New Roman" panose="02020603050405020304" pitchFamily="18" charset="0"/>
                </a:rPr>
                <a:t>D</a:t>
              </a:r>
              <a:r>
                <a:rPr kumimoji="0" lang="en-US" altLang="zh-CN" sz="1600" b="1" kern="1200" cap="none" spc="0" normalizeH="0" baseline="-25000" noProof="0" dirty="0">
                  <a:ln>
                    <a:solidFill>
                      <a:sysClr val="windowText" lastClr="000000"/>
                    </a:solidFill>
                  </a:ln>
                  <a:latin typeface="Times New Roman" panose="02020603050405020304" pitchFamily="18" charset="0"/>
                  <a:ea typeface="华文中宋" panose="02010600040101010101" pitchFamily="2" charset="-122"/>
                  <a:cs typeface="Times New Roman" panose="02020603050405020304" pitchFamily="18" charset="0"/>
                </a:rPr>
                <a:t>1</a:t>
              </a:r>
              <a:endParaRPr kumimoji="0" lang="zh-CN" altLang="en-US" sz="1600" kern="1200" cap="none" spc="0" normalizeH="0" baseline="-25000" noProof="0" dirty="0">
                <a:ln>
                  <a:solidFill>
                    <a:sysClr val="windowText" lastClr="000000"/>
                  </a:solidFill>
                </a:ln>
                <a:latin typeface="Arial" panose="020B0604020202020204" pitchFamily="34" charset="0"/>
                <a:ea typeface="华文中宋" panose="02010600040101010101" pitchFamily="2" charset="-122"/>
                <a:cs typeface="+mn-cs"/>
              </a:endParaRPr>
            </a:p>
          </p:txBody>
        </p:sp>
        <p:sp>
          <p:nvSpPr>
            <p:cNvPr id="29" name="文本框 28"/>
            <p:cNvSpPr txBox="1"/>
            <p:nvPr/>
          </p:nvSpPr>
          <p:spPr bwMode="auto">
            <a:xfrm>
              <a:off x="3109740" y="2923723"/>
              <a:ext cx="862990" cy="338529"/>
            </a:xfrm>
            <a:prstGeom prst="rect">
              <a:avLst/>
            </a:prstGeom>
            <a:noFill/>
          </p:spPr>
          <p:txBody>
            <a:bodyPr>
              <a:spAutoFit/>
            </a:bodyPr>
            <a:lstStyle/>
            <a:p>
              <a:pPr marR="0" defTabSz="914400">
                <a:buClrTx/>
                <a:buSzTx/>
                <a:buFontTx/>
                <a:buNone/>
                <a:defRPr/>
              </a:pPr>
              <a:r>
                <a:rPr kumimoji="0" lang="en-US" altLang="zh-CN" sz="1600" b="1" i="1" kern="1200" cap="none" spc="0" normalizeH="0" baseline="0" noProof="0" dirty="0">
                  <a:ln>
                    <a:solidFill>
                      <a:sysClr val="windowText" lastClr="000000"/>
                    </a:solidFill>
                  </a:ln>
                  <a:latin typeface="Times New Roman" panose="02020603050405020304" pitchFamily="18" charset="0"/>
                  <a:ea typeface="华文中宋" panose="02010600040101010101" pitchFamily="2" charset="-122"/>
                  <a:cs typeface="Times New Roman" panose="02020603050405020304" pitchFamily="18" charset="0"/>
                </a:rPr>
                <a:t>D</a:t>
              </a:r>
              <a:r>
                <a:rPr kumimoji="0" lang="en-US" altLang="zh-CN" sz="1600" b="1" kern="1200" cap="none" spc="0" normalizeH="0" baseline="-25000" noProof="0" dirty="0">
                  <a:ln>
                    <a:solidFill>
                      <a:sysClr val="windowText" lastClr="000000"/>
                    </a:solidFill>
                  </a:ln>
                  <a:latin typeface="Times New Roman" panose="02020603050405020304" pitchFamily="18" charset="0"/>
                  <a:ea typeface="华文中宋" panose="02010600040101010101" pitchFamily="2" charset="-122"/>
                  <a:cs typeface="Times New Roman" panose="02020603050405020304" pitchFamily="18" charset="0"/>
                </a:rPr>
                <a:t>2</a:t>
              </a:r>
              <a:endParaRPr kumimoji="0" lang="zh-CN" altLang="en-US" sz="1600" kern="1200" cap="none" spc="0" normalizeH="0" baseline="-25000" noProof="0" dirty="0">
                <a:ln>
                  <a:solidFill>
                    <a:sysClr val="windowText" lastClr="000000"/>
                  </a:solidFill>
                </a:ln>
                <a:latin typeface="Arial" panose="020B0604020202020204" pitchFamily="34" charset="0"/>
                <a:ea typeface="华文中宋" panose="02010600040101010101" pitchFamily="2" charset="-122"/>
                <a:cs typeface="+mn-cs"/>
              </a:endParaRPr>
            </a:p>
          </p:txBody>
        </p:sp>
        <p:sp>
          <p:nvSpPr>
            <p:cNvPr id="30" name="文本框 29"/>
            <p:cNvSpPr txBox="1"/>
            <p:nvPr/>
          </p:nvSpPr>
          <p:spPr bwMode="auto">
            <a:xfrm>
              <a:off x="2265803" y="3837422"/>
              <a:ext cx="862990" cy="338529"/>
            </a:xfrm>
            <a:prstGeom prst="rect">
              <a:avLst/>
            </a:prstGeom>
            <a:noFill/>
          </p:spPr>
          <p:txBody>
            <a:bodyPr>
              <a:spAutoFit/>
            </a:bodyPr>
            <a:lstStyle/>
            <a:p>
              <a:pPr marR="0" defTabSz="914400">
                <a:buClrTx/>
                <a:buSzTx/>
                <a:buFontTx/>
                <a:buNone/>
                <a:defRPr/>
              </a:pPr>
              <a:r>
                <a:rPr kumimoji="0" lang="en-US" altLang="zh-CN" sz="1600" b="1" i="1" kern="1200" cap="none" spc="0" normalizeH="0" baseline="0" noProof="0" dirty="0">
                  <a:ln>
                    <a:solidFill>
                      <a:sysClr val="windowText" lastClr="000000"/>
                    </a:solidFill>
                  </a:ln>
                  <a:latin typeface="Times New Roman" panose="02020603050405020304" pitchFamily="18" charset="0"/>
                  <a:ea typeface="华文中宋" panose="02010600040101010101" pitchFamily="2" charset="-122"/>
                  <a:cs typeface="Times New Roman" panose="02020603050405020304" pitchFamily="18" charset="0"/>
                </a:rPr>
                <a:t>D</a:t>
              </a:r>
              <a:r>
                <a:rPr kumimoji="0" lang="en-US" altLang="zh-CN" sz="1600" b="1" kern="1200" cap="none" spc="0" normalizeH="0" baseline="-25000" noProof="0" dirty="0">
                  <a:ln>
                    <a:solidFill>
                      <a:sysClr val="windowText" lastClr="000000"/>
                    </a:solidFill>
                  </a:ln>
                  <a:latin typeface="Times New Roman" panose="02020603050405020304" pitchFamily="18" charset="0"/>
                  <a:ea typeface="华文中宋" panose="02010600040101010101" pitchFamily="2" charset="-122"/>
                  <a:cs typeface="Times New Roman" panose="02020603050405020304" pitchFamily="18" charset="0"/>
                </a:rPr>
                <a:t>3</a:t>
              </a:r>
              <a:endParaRPr kumimoji="0" lang="zh-CN" altLang="en-US" sz="1600" kern="1200" cap="none" spc="0" normalizeH="0" baseline="-25000" noProof="0" dirty="0">
                <a:ln>
                  <a:solidFill>
                    <a:sysClr val="windowText" lastClr="000000"/>
                  </a:solidFill>
                </a:ln>
                <a:latin typeface="Arial" panose="020B0604020202020204" pitchFamily="34" charset="0"/>
                <a:ea typeface="华文中宋" panose="02010600040101010101" pitchFamily="2" charset="-122"/>
                <a:cs typeface="+mn-cs"/>
              </a:endParaRPr>
            </a:p>
          </p:txBody>
        </p:sp>
        <p:sp>
          <p:nvSpPr>
            <p:cNvPr id="31" name="文本框 30"/>
            <p:cNvSpPr txBox="1"/>
            <p:nvPr/>
          </p:nvSpPr>
          <p:spPr bwMode="auto">
            <a:xfrm>
              <a:off x="3040132" y="3837422"/>
              <a:ext cx="862990" cy="338529"/>
            </a:xfrm>
            <a:prstGeom prst="rect">
              <a:avLst/>
            </a:prstGeom>
            <a:noFill/>
          </p:spPr>
          <p:txBody>
            <a:bodyPr>
              <a:spAutoFit/>
            </a:bodyPr>
            <a:lstStyle/>
            <a:p>
              <a:pPr marR="0" defTabSz="914400">
                <a:buClrTx/>
                <a:buSzTx/>
                <a:buFontTx/>
                <a:buNone/>
                <a:defRPr/>
              </a:pPr>
              <a:r>
                <a:rPr kumimoji="0" lang="en-US" altLang="zh-CN" sz="1600" b="1" i="1" kern="1200" cap="none" spc="0" normalizeH="0" baseline="0" noProof="0" dirty="0">
                  <a:ln>
                    <a:solidFill>
                      <a:sysClr val="windowText" lastClr="000000"/>
                    </a:solidFill>
                  </a:ln>
                  <a:latin typeface="Times New Roman" panose="02020603050405020304" pitchFamily="18" charset="0"/>
                  <a:ea typeface="华文中宋" panose="02010600040101010101" pitchFamily="2" charset="-122"/>
                  <a:cs typeface="Times New Roman" panose="02020603050405020304" pitchFamily="18" charset="0"/>
                </a:rPr>
                <a:t>D</a:t>
              </a:r>
              <a:r>
                <a:rPr kumimoji="0" lang="en-US" altLang="zh-CN" sz="1600" b="1" kern="1200" cap="none" spc="0" normalizeH="0" baseline="-25000" noProof="0" dirty="0">
                  <a:ln>
                    <a:solidFill>
                      <a:sysClr val="windowText" lastClr="000000"/>
                    </a:solidFill>
                  </a:ln>
                  <a:latin typeface="Times New Roman" panose="02020603050405020304" pitchFamily="18" charset="0"/>
                  <a:ea typeface="华文中宋" panose="02010600040101010101" pitchFamily="2" charset="-122"/>
                  <a:cs typeface="Times New Roman" panose="02020603050405020304" pitchFamily="18" charset="0"/>
                </a:rPr>
                <a:t>4</a:t>
              </a:r>
              <a:endParaRPr kumimoji="0" lang="zh-CN" altLang="en-US" sz="1600" kern="1200" cap="none" spc="0" normalizeH="0" baseline="-25000" noProof="0" dirty="0">
                <a:ln>
                  <a:solidFill>
                    <a:sysClr val="windowText" lastClr="000000"/>
                  </a:solidFill>
                </a:ln>
                <a:latin typeface="Arial" panose="020B0604020202020204" pitchFamily="34" charset="0"/>
                <a:ea typeface="华文中宋" panose="02010600040101010101" pitchFamily="2" charset="-122"/>
                <a:cs typeface="+mn-cs"/>
              </a:endParaRPr>
            </a:p>
          </p:txBody>
        </p:sp>
        <p:grpSp>
          <p:nvGrpSpPr>
            <p:cNvPr id="19487" name="组合 4"/>
            <p:cNvGrpSpPr/>
            <p:nvPr/>
          </p:nvGrpSpPr>
          <p:grpSpPr>
            <a:xfrm>
              <a:off x="3716637" y="3480757"/>
              <a:ext cx="177162" cy="116786"/>
              <a:chOff x="4808655" y="4572613"/>
              <a:chExt cx="177162" cy="116786"/>
            </a:xfrm>
          </p:grpSpPr>
          <p:sp>
            <p:nvSpPr>
              <p:cNvPr id="4" name="矩形 3"/>
              <p:cNvSpPr/>
              <p:nvPr/>
            </p:nvSpPr>
            <p:spPr>
              <a:xfrm>
                <a:off x="4809121" y="4572090"/>
                <a:ext cx="176212" cy="11749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lt1"/>
                  </a:solidFill>
                  <a:effectLst/>
                  <a:uLnTx/>
                  <a:uFillTx/>
                  <a:latin typeface="+mn-lt"/>
                  <a:ea typeface="+mn-ea"/>
                  <a:cs typeface="+mn-cs"/>
                </a:endParaRPr>
              </a:p>
            </p:txBody>
          </p:sp>
          <p:cxnSp>
            <p:nvCxnSpPr>
              <p:cNvPr id="3" name="直接连接符 2"/>
              <p:cNvCxnSpPr/>
              <p:nvPr/>
            </p:nvCxnSpPr>
            <p:spPr>
              <a:xfrm>
                <a:off x="4809121" y="4572090"/>
                <a:ext cx="176212" cy="0"/>
              </a:xfrm>
              <a:prstGeom prst="line">
                <a:avLst/>
              </a:prstGeom>
              <a:ln w="28575">
                <a:solidFill>
                  <a:srgbClr val="003300"/>
                </a:solidFill>
              </a:ln>
            </p:spPr>
            <p:style>
              <a:lnRef idx="1">
                <a:schemeClr val="accent1"/>
              </a:lnRef>
              <a:fillRef idx="0">
                <a:schemeClr val="accent1"/>
              </a:fillRef>
              <a:effectRef idx="0">
                <a:schemeClr val="accent1"/>
              </a:effectRef>
              <a:fontRef idx="minor">
                <a:schemeClr val="tx1"/>
              </a:fontRef>
            </p:style>
          </p:cxnSp>
          <p:cxnSp>
            <p:nvCxnSpPr>
              <p:cNvPr id="82" name="直接连接符 81"/>
              <p:cNvCxnSpPr/>
              <p:nvPr/>
            </p:nvCxnSpPr>
            <p:spPr>
              <a:xfrm>
                <a:off x="4809121" y="4689584"/>
                <a:ext cx="176212" cy="0"/>
              </a:xfrm>
              <a:prstGeom prst="line">
                <a:avLst/>
              </a:prstGeom>
              <a:ln w="28575">
                <a:solidFill>
                  <a:srgbClr val="003300"/>
                </a:solidFill>
              </a:ln>
            </p:spPr>
            <p:style>
              <a:lnRef idx="1">
                <a:schemeClr val="accent1"/>
              </a:lnRef>
              <a:fillRef idx="0">
                <a:schemeClr val="accent1"/>
              </a:fillRef>
              <a:effectRef idx="0">
                <a:schemeClr val="accent1"/>
              </a:effectRef>
              <a:fontRef idx="minor">
                <a:schemeClr val="tx1"/>
              </a:fontRef>
            </p:style>
          </p:cxnSp>
        </p:grpSp>
        <p:cxnSp>
          <p:nvCxnSpPr>
            <p:cNvPr id="83" name="直接连接符 82"/>
            <p:cNvCxnSpPr/>
            <p:nvPr/>
          </p:nvCxnSpPr>
          <p:spPr>
            <a:xfrm flipH="1" flipV="1">
              <a:off x="3812353" y="2505354"/>
              <a:ext cx="0" cy="97488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8" name="直接连接符 87"/>
            <p:cNvCxnSpPr/>
            <p:nvPr/>
          </p:nvCxnSpPr>
          <p:spPr>
            <a:xfrm flipH="1" flipV="1">
              <a:off x="3815528" y="3618369"/>
              <a:ext cx="0" cy="97488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
          <p:nvSpPr>
            <p:cNvPr id="89" name="文本框 88"/>
            <p:cNvSpPr txBox="1"/>
            <p:nvPr/>
          </p:nvSpPr>
          <p:spPr bwMode="auto">
            <a:xfrm>
              <a:off x="3876384" y="2745947"/>
              <a:ext cx="862990" cy="338529"/>
            </a:xfrm>
            <a:prstGeom prst="rect">
              <a:avLst/>
            </a:prstGeom>
            <a:noFill/>
          </p:spPr>
          <p:txBody>
            <a:bodyPr>
              <a:spAutoFit/>
            </a:bodyPr>
            <a:lstStyle/>
            <a:p>
              <a:pPr marR="0" defTabSz="914400">
                <a:buClrTx/>
                <a:buSzTx/>
                <a:buFontTx/>
                <a:buNone/>
                <a:defRPr/>
              </a:pPr>
              <a:r>
                <a:rPr kumimoji="0" lang="en-US" altLang="zh-CN" sz="1600" b="1" i="1" kern="1200" cap="none" spc="0" normalizeH="0" baseline="0" noProof="0" dirty="0" err="1">
                  <a:ln>
                    <a:solidFill>
                      <a:sysClr val="windowText" lastClr="000000"/>
                    </a:solidFill>
                  </a:ln>
                  <a:latin typeface="Times New Roman" panose="02020603050405020304" pitchFamily="18" charset="0"/>
                  <a:ea typeface="华文中宋" panose="02010600040101010101" pitchFamily="2" charset="-122"/>
                  <a:cs typeface="Times New Roman" panose="02020603050405020304" pitchFamily="18" charset="0"/>
                </a:rPr>
                <a:t>i</a:t>
              </a:r>
              <a:r>
                <a:rPr kumimoji="0" lang="en-US" altLang="zh-CN" sz="1600" kern="1200" cap="none" spc="0" normalizeH="0" baseline="-25000" noProof="0" dirty="0" err="1">
                  <a:ln>
                    <a:solidFill>
                      <a:sysClr val="windowText" lastClr="000000"/>
                    </a:solidFill>
                  </a:ln>
                  <a:latin typeface="Arial" panose="020B0604020202020204" pitchFamily="34" charset="0"/>
                  <a:ea typeface="华文中宋" panose="02010600040101010101" pitchFamily="2" charset="-122"/>
                  <a:cs typeface="+mn-cs"/>
                </a:rPr>
                <a:t>c</a:t>
              </a:r>
              <a:endParaRPr kumimoji="0" lang="zh-CN" altLang="en-US" sz="1600" kern="1200" cap="none" spc="0" normalizeH="0" baseline="-25000" noProof="0" dirty="0">
                <a:ln>
                  <a:solidFill>
                    <a:sysClr val="windowText" lastClr="000000"/>
                  </a:solidFill>
                </a:ln>
                <a:latin typeface="Arial" panose="020B0604020202020204" pitchFamily="34" charset="0"/>
                <a:ea typeface="华文中宋" panose="02010600040101010101" pitchFamily="2" charset="-122"/>
                <a:cs typeface="+mn-cs"/>
              </a:endParaRPr>
            </a:p>
          </p:txBody>
        </p:sp>
        <p:cxnSp>
          <p:nvCxnSpPr>
            <p:cNvPr id="86" name="直接箭头连接符 85"/>
            <p:cNvCxnSpPr/>
            <p:nvPr/>
          </p:nvCxnSpPr>
          <p:spPr>
            <a:xfrm>
              <a:off x="3893315" y="2822905"/>
              <a:ext cx="0" cy="238163"/>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92" name="文本框 91"/>
            <p:cNvSpPr txBox="1"/>
            <p:nvPr/>
          </p:nvSpPr>
          <p:spPr bwMode="auto">
            <a:xfrm>
              <a:off x="3403563" y="3387347"/>
              <a:ext cx="862990" cy="338529"/>
            </a:xfrm>
            <a:prstGeom prst="rect">
              <a:avLst/>
            </a:prstGeom>
            <a:noFill/>
          </p:spPr>
          <p:txBody>
            <a:bodyPr>
              <a:spAutoFit/>
            </a:bodyPr>
            <a:lstStyle/>
            <a:p>
              <a:pPr marR="0" defTabSz="914400">
                <a:buClrTx/>
                <a:buSzTx/>
                <a:buFontTx/>
                <a:buNone/>
                <a:defRPr/>
              </a:pPr>
              <a:r>
                <a:rPr kumimoji="0" lang="en-US" altLang="zh-CN" sz="1600" b="1" i="1" kern="1200" cap="none" spc="0" normalizeH="0" baseline="0" noProof="0" dirty="0">
                  <a:ln>
                    <a:solidFill>
                      <a:sysClr val="windowText" lastClr="000000"/>
                    </a:solidFill>
                  </a:ln>
                  <a:latin typeface="Times New Roman" panose="02020603050405020304" pitchFamily="18" charset="0"/>
                  <a:ea typeface="华文中宋" panose="02010600040101010101" pitchFamily="2" charset="-122"/>
                  <a:cs typeface="Times New Roman" panose="02020603050405020304" pitchFamily="18" charset="0"/>
                </a:rPr>
                <a:t>C</a:t>
              </a:r>
              <a:endParaRPr kumimoji="0" lang="zh-CN" altLang="en-US" sz="1600" kern="1200" cap="none" spc="0" normalizeH="0" baseline="-25000" noProof="0" dirty="0">
                <a:ln>
                  <a:solidFill>
                    <a:sysClr val="windowText" lastClr="000000"/>
                  </a:solidFill>
                </a:ln>
                <a:latin typeface="Arial" panose="020B0604020202020204" pitchFamily="34" charset="0"/>
                <a:ea typeface="华文中宋" panose="02010600040101010101" pitchFamily="2" charset="-122"/>
                <a:cs typeface="+mn-cs"/>
              </a:endParaRPr>
            </a:p>
          </p:txBody>
        </p:sp>
        <p:sp>
          <p:nvSpPr>
            <p:cNvPr id="93" name="文本框 92"/>
            <p:cNvSpPr txBox="1"/>
            <p:nvPr/>
          </p:nvSpPr>
          <p:spPr bwMode="auto">
            <a:xfrm>
              <a:off x="3604787" y="2146522"/>
              <a:ext cx="862990" cy="338529"/>
            </a:xfrm>
            <a:prstGeom prst="rect">
              <a:avLst/>
            </a:prstGeom>
            <a:noFill/>
          </p:spPr>
          <p:txBody>
            <a:bodyPr>
              <a:spAutoFit/>
            </a:bodyPr>
            <a:lstStyle/>
            <a:p>
              <a:pPr marR="0" defTabSz="914400">
                <a:buClrTx/>
                <a:buSzTx/>
                <a:buFontTx/>
                <a:buNone/>
                <a:defRPr/>
              </a:pPr>
              <a:r>
                <a:rPr kumimoji="0" lang="en-US" altLang="zh-CN" sz="1600" b="1" i="1" kern="1200" cap="none" spc="0" normalizeH="0" baseline="0" noProof="0" dirty="0" err="1">
                  <a:ln>
                    <a:solidFill>
                      <a:sysClr val="windowText" lastClr="000000"/>
                    </a:solidFill>
                  </a:ln>
                  <a:latin typeface="Times New Roman" panose="02020603050405020304" pitchFamily="18" charset="0"/>
                  <a:ea typeface="华文中宋" panose="02010600040101010101" pitchFamily="2" charset="-122"/>
                  <a:cs typeface="Times New Roman" panose="02020603050405020304" pitchFamily="18" charset="0"/>
                </a:rPr>
                <a:t>V</a:t>
              </a:r>
              <a:r>
                <a:rPr kumimoji="0" lang="en-US" altLang="zh-CN" sz="1600" kern="1200" cap="none" spc="0" normalizeH="0" baseline="-25000" noProof="0" dirty="0" err="1">
                  <a:ln>
                    <a:solidFill>
                      <a:sysClr val="windowText" lastClr="000000"/>
                    </a:solidFill>
                  </a:ln>
                  <a:latin typeface="Arial" panose="020B0604020202020204" pitchFamily="34" charset="0"/>
                  <a:ea typeface="华文中宋" panose="02010600040101010101" pitchFamily="2" charset="-122"/>
                  <a:cs typeface="+mn-cs"/>
                </a:rPr>
                <a:t>c</a:t>
              </a:r>
              <a:endParaRPr kumimoji="0" lang="zh-CN" altLang="en-US" sz="1600" kern="1200" cap="none" spc="0" normalizeH="0" baseline="-25000" noProof="0" dirty="0">
                <a:ln>
                  <a:solidFill>
                    <a:sysClr val="windowText" lastClr="000000"/>
                  </a:solidFill>
                </a:ln>
                <a:latin typeface="Arial" panose="020B0604020202020204" pitchFamily="34" charset="0"/>
                <a:ea typeface="华文中宋" panose="02010600040101010101" pitchFamily="2" charset="-122"/>
                <a:cs typeface="+mn-cs"/>
              </a:endParaRPr>
            </a:p>
          </p:txBody>
        </p:sp>
        <p:cxnSp>
          <p:nvCxnSpPr>
            <p:cNvPr id="94" name="直接箭头连接符 93"/>
            <p:cNvCxnSpPr/>
            <p:nvPr/>
          </p:nvCxnSpPr>
          <p:spPr>
            <a:xfrm>
              <a:off x="4621979" y="2773685"/>
              <a:ext cx="0" cy="236575"/>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95" name="文本框 94"/>
            <p:cNvSpPr txBox="1"/>
            <p:nvPr/>
          </p:nvSpPr>
          <p:spPr bwMode="auto">
            <a:xfrm>
              <a:off x="4608302" y="2707661"/>
              <a:ext cx="862990" cy="338529"/>
            </a:xfrm>
            <a:prstGeom prst="rect">
              <a:avLst/>
            </a:prstGeom>
            <a:noFill/>
          </p:spPr>
          <p:txBody>
            <a:bodyPr>
              <a:spAutoFit/>
            </a:bodyPr>
            <a:lstStyle/>
            <a:p>
              <a:pPr marR="0" defTabSz="914400">
                <a:buClrTx/>
                <a:buSzTx/>
                <a:buFontTx/>
                <a:buNone/>
                <a:defRPr/>
              </a:pPr>
              <a:r>
                <a:rPr kumimoji="0" lang="en-US" altLang="zh-CN" sz="1600" b="1" i="1" kern="1200" cap="none" spc="0" normalizeH="0" baseline="0" noProof="0" dirty="0" err="1">
                  <a:ln>
                    <a:solidFill>
                      <a:sysClr val="windowText" lastClr="000000"/>
                    </a:solidFill>
                  </a:ln>
                  <a:latin typeface="Times New Roman" panose="02020603050405020304" pitchFamily="18" charset="0"/>
                  <a:ea typeface="华文中宋" panose="02010600040101010101" pitchFamily="2" charset="-122"/>
                  <a:cs typeface="Times New Roman" panose="02020603050405020304" pitchFamily="18" charset="0"/>
                </a:rPr>
                <a:t>i</a:t>
              </a:r>
              <a:r>
                <a:rPr kumimoji="0" lang="en-US" altLang="zh-CN" sz="1600" kern="1200" cap="none" spc="0" normalizeH="0" baseline="-25000" noProof="0" dirty="0" err="1">
                  <a:ln>
                    <a:solidFill>
                      <a:sysClr val="windowText" lastClr="000000"/>
                    </a:solidFill>
                  </a:ln>
                  <a:latin typeface="Arial" panose="020B0604020202020204" pitchFamily="34" charset="0"/>
                  <a:ea typeface="华文中宋" panose="02010600040101010101" pitchFamily="2" charset="-122"/>
                  <a:cs typeface="+mn-cs"/>
                </a:rPr>
                <a:t>o</a:t>
              </a:r>
              <a:endParaRPr kumimoji="0" lang="zh-CN" altLang="en-US" sz="1600" kern="1200" cap="none" spc="0" normalizeH="0" baseline="-25000" noProof="0" dirty="0">
                <a:ln>
                  <a:solidFill>
                    <a:sysClr val="windowText" lastClr="000000"/>
                  </a:solidFill>
                </a:ln>
                <a:latin typeface="Arial" panose="020B0604020202020204" pitchFamily="34" charset="0"/>
                <a:ea typeface="华文中宋" panose="02010600040101010101" pitchFamily="2" charset="-122"/>
                <a:cs typeface="+mn-cs"/>
              </a:endParaRPr>
            </a:p>
          </p:txBody>
        </p:sp>
      </p:grpSp>
      <p:sp>
        <p:nvSpPr>
          <p:cNvPr id="84" name="Rectangle 66"/>
          <p:cNvSpPr>
            <a:spLocks noChangeArrowheads="1"/>
          </p:cNvSpPr>
          <p:nvPr/>
        </p:nvSpPr>
        <p:spPr bwMode="auto">
          <a:xfrm>
            <a:off x="160338" y="211138"/>
            <a:ext cx="7483475"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lstStyle>
            <a:lvl1pPr marL="342900" indent="-3429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342900" marR="0" lvl="0" indent="-342900" algn="l" defTabSz="914400" rtl="0" eaLnBrk="0" fontAlgn="base" latinLnBrk="0" hangingPunct="0">
              <a:lnSpc>
                <a:spcPct val="100000"/>
              </a:lnSpc>
              <a:spcBef>
                <a:spcPct val="0"/>
              </a:spcBef>
              <a:spcAft>
                <a:spcPct val="0"/>
              </a:spcAft>
              <a:buClrTx/>
              <a:buSzTx/>
              <a:buFontTx/>
              <a:buNone/>
              <a:defRPr/>
            </a:pPr>
            <a:r>
              <a:rPr kumimoji="1" lang="zh-CN" altLang="en-US" sz="3600" b="0" i="0" u="none" strike="noStrike" kern="1200" cap="none" spc="0" normalizeH="0" baseline="0" noProof="0" dirty="0">
                <a:ln w="0"/>
                <a:solidFill>
                  <a:srgbClr val="FF0000"/>
                </a:solidFill>
                <a:effectLst>
                  <a:outerShdw blurRad="38100" dist="19050" dir="2700000" algn="tl" rotWithShape="0">
                    <a:schemeClr val="dk1">
                      <a:alpha val="40000"/>
                    </a:schemeClr>
                  </a:outerShdw>
                </a:effectLst>
                <a:uLnTx/>
                <a:uFillTx/>
                <a:latin typeface="微软雅黑" panose="020B0503020204020204" pitchFamily="34" charset="-122"/>
                <a:ea typeface="微软雅黑" panose="020B0503020204020204" pitchFamily="34" charset="-122"/>
                <a:cs typeface="+mn-cs"/>
              </a:rPr>
              <a:t>二、实验原理</a:t>
            </a:r>
            <a:r>
              <a:rPr kumimoji="1" lang="en-US" altLang="zh-CN" sz="3600" b="0" i="0" u="none" strike="noStrike" kern="1200" cap="none" spc="0" normalizeH="0" baseline="0" noProof="0" dirty="0">
                <a:ln w="0"/>
                <a:solidFill>
                  <a:srgbClr val="FF0000"/>
                </a:solidFill>
                <a:effectLst>
                  <a:outerShdw blurRad="38100" dist="19050" dir="2700000" algn="tl" rotWithShape="0">
                    <a:schemeClr val="dk1">
                      <a:alpha val="40000"/>
                    </a:schemeClr>
                  </a:outerShdw>
                </a:effectLst>
                <a:uLnTx/>
                <a:uFillTx/>
                <a:latin typeface="微软雅黑" panose="020B0503020204020204" pitchFamily="34" charset="-122"/>
                <a:ea typeface="微软雅黑" panose="020B0503020204020204" pitchFamily="34" charset="-122"/>
                <a:cs typeface="+mn-cs"/>
              </a:rPr>
              <a:t>/</a:t>
            </a:r>
            <a:r>
              <a:rPr kumimoji="1" lang="en-US" altLang="zh-CN" sz="2800" b="0" i="0" u="none" strike="noStrike" kern="1200" cap="none" spc="0" normalizeH="0" baseline="0" noProof="0" dirty="0">
                <a:ln w="0"/>
                <a:solidFill>
                  <a:srgbClr val="003300"/>
                </a:solidFill>
                <a:effectLst>
                  <a:outerShdw blurRad="38100" dist="19050" dir="2700000" algn="tl" rotWithShape="0">
                    <a:schemeClr val="dk1">
                      <a:alpha val="40000"/>
                    </a:schemeClr>
                  </a:outerShdw>
                </a:effectLst>
                <a:uLnTx/>
                <a:uFillTx/>
                <a:latin typeface="微软雅黑" panose="020B0503020204020204" pitchFamily="34" charset="-122"/>
                <a:ea typeface="微软雅黑" panose="020B0503020204020204" pitchFamily="34" charset="-122"/>
                <a:cs typeface="+mn-cs"/>
              </a:rPr>
              <a:t>2.3</a:t>
            </a:r>
            <a:r>
              <a:rPr kumimoji="1" lang="zh-CN" altLang="en-US" sz="2800" b="0" i="0" u="none" strike="noStrike" kern="1200" cap="none" spc="0" normalizeH="0" baseline="0" noProof="0" dirty="0">
                <a:ln w="0"/>
                <a:solidFill>
                  <a:srgbClr val="003300"/>
                </a:solidFill>
                <a:effectLst>
                  <a:outerShdw blurRad="38100" dist="19050" dir="2700000" algn="tl" rotWithShape="0">
                    <a:schemeClr val="dk1">
                      <a:alpha val="40000"/>
                    </a:schemeClr>
                  </a:outerShdw>
                </a:effectLst>
                <a:uLnTx/>
                <a:uFillTx/>
                <a:latin typeface="微软雅黑" panose="020B0503020204020204" pitchFamily="34" charset="-122"/>
                <a:ea typeface="微软雅黑" panose="020B0503020204020204" pitchFamily="34" charset="-122"/>
                <a:cs typeface="+mn-cs"/>
              </a:rPr>
              <a:t>滤波电路</a:t>
            </a:r>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74"/>
          <p:cNvGrpSpPr/>
          <p:nvPr/>
        </p:nvGrpSpPr>
        <p:grpSpPr>
          <a:xfrm>
            <a:off x="1831975" y="1027113"/>
            <a:ext cx="5229225" cy="2114550"/>
            <a:chOff x="1164" y="387"/>
            <a:chExt cx="3294" cy="1332"/>
          </a:xfrm>
        </p:grpSpPr>
        <p:grpSp>
          <p:nvGrpSpPr>
            <p:cNvPr id="20493" name="Group 68"/>
            <p:cNvGrpSpPr/>
            <p:nvPr/>
          </p:nvGrpSpPr>
          <p:grpSpPr>
            <a:xfrm>
              <a:off x="1527" y="640"/>
              <a:ext cx="2108" cy="776"/>
              <a:chOff x="1527" y="640"/>
              <a:chExt cx="1304" cy="776"/>
            </a:xfrm>
          </p:grpSpPr>
          <p:sp>
            <p:nvSpPr>
              <p:cNvPr id="20507" name="Freeform 31"/>
              <p:cNvSpPr/>
              <p:nvPr/>
            </p:nvSpPr>
            <p:spPr>
              <a:xfrm>
                <a:off x="1527" y="649"/>
                <a:ext cx="647" cy="767"/>
              </a:xfrm>
              <a:custGeom>
                <a:avLst/>
                <a:gdLst>
                  <a:gd name="txL" fmla="*/ 0 w 366"/>
                  <a:gd name="txT" fmla="*/ 0 h 329"/>
                  <a:gd name="txR" fmla="*/ 366 w 366"/>
                  <a:gd name="txB" fmla="*/ 329 h 329"/>
                </a:gdLst>
                <a:ahLst/>
                <a:cxnLst>
                  <a:cxn ang="0">
                    <a:pos x="0" y="2147483646"/>
                  </a:cxn>
                  <a:cxn ang="0">
                    <a:pos x="129821543" y="2147483646"/>
                  </a:cxn>
                  <a:cxn ang="0">
                    <a:pos x="275506415" y="2147483646"/>
                  </a:cxn>
                  <a:cxn ang="0">
                    <a:pos x="391000819" y="2147483646"/>
                  </a:cxn>
                  <a:cxn ang="0">
                    <a:pos x="553389045" y="2147483646"/>
                  </a:cxn>
                  <a:cxn ang="0">
                    <a:pos x="650635898" y="2147483646"/>
                  </a:cxn>
                  <a:cxn ang="0">
                    <a:pos x="829250176" y="2147483646"/>
                  </a:cxn>
                  <a:cxn ang="0">
                    <a:pos x="991925163" y="2147483646"/>
                  </a:cxn>
                </a:cxnLst>
                <a:rect l="txL" t="txT" r="txR" b="txB"/>
                <a:pathLst>
                  <a:path w="366" h="329">
                    <a:moveTo>
                      <a:pt x="0" y="323"/>
                    </a:moveTo>
                    <a:cubicBezTo>
                      <a:pt x="8" y="302"/>
                      <a:pt x="31" y="238"/>
                      <a:pt x="48" y="197"/>
                    </a:cubicBezTo>
                    <a:cubicBezTo>
                      <a:pt x="65" y="156"/>
                      <a:pt x="86" y="108"/>
                      <a:pt x="102" y="77"/>
                    </a:cubicBezTo>
                    <a:cubicBezTo>
                      <a:pt x="118" y="46"/>
                      <a:pt x="127" y="22"/>
                      <a:pt x="144" y="11"/>
                    </a:cubicBezTo>
                    <a:cubicBezTo>
                      <a:pt x="161" y="0"/>
                      <a:pt x="188" y="3"/>
                      <a:pt x="204" y="11"/>
                    </a:cubicBezTo>
                    <a:cubicBezTo>
                      <a:pt x="220" y="19"/>
                      <a:pt x="223" y="26"/>
                      <a:pt x="240" y="59"/>
                    </a:cubicBezTo>
                    <a:cubicBezTo>
                      <a:pt x="257" y="92"/>
                      <a:pt x="285" y="164"/>
                      <a:pt x="306" y="209"/>
                    </a:cubicBezTo>
                    <a:cubicBezTo>
                      <a:pt x="327" y="254"/>
                      <a:pt x="354" y="304"/>
                      <a:pt x="366" y="329"/>
                    </a:cubicBezTo>
                  </a:path>
                </a:pathLst>
              </a:custGeom>
              <a:noFill/>
              <a:ln w="38100" cap="flat" cmpd="sng">
                <a:solidFill>
                  <a:srgbClr val="FF3300">
                    <a:alpha val="100000"/>
                  </a:srgbClr>
                </a:solidFill>
                <a:prstDash val="sysDot"/>
                <a:round/>
                <a:headEnd type="none" w="med" len="med"/>
                <a:tailEnd type="none" w="med" len="med"/>
              </a:ln>
            </p:spPr>
            <p:txBody>
              <a:bodyPr/>
              <a:lstStyle/>
              <a:p>
                <a:endParaRPr lang="zh-CN" altLang="en-US"/>
              </a:p>
            </p:txBody>
          </p:sp>
          <p:sp>
            <p:nvSpPr>
              <p:cNvPr id="20508" name="Freeform 32"/>
              <p:cNvSpPr/>
              <p:nvPr/>
            </p:nvSpPr>
            <p:spPr>
              <a:xfrm>
                <a:off x="2184" y="640"/>
                <a:ext cx="647" cy="767"/>
              </a:xfrm>
              <a:custGeom>
                <a:avLst/>
                <a:gdLst>
                  <a:gd name="txL" fmla="*/ 0 w 366"/>
                  <a:gd name="txT" fmla="*/ 0 h 329"/>
                  <a:gd name="txR" fmla="*/ 366 w 366"/>
                  <a:gd name="txB" fmla="*/ 329 h 329"/>
                </a:gdLst>
                <a:ahLst/>
                <a:cxnLst>
                  <a:cxn ang="0">
                    <a:pos x="0" y="2147483646"/>
                  </a:cxn>
                  <a:cxn ang="0">
                    <a:pos x="129821543" y="2147483646"/>
                  </a:cxn>
                  <a:cxn ang="0">
                    <a:pos x="275506415" y="2147483646"/>
                  </a:cxn>
                  <a:cxn ang="0">
                    <a:pos x="391000819" y="2147483646"/>
                  </a:cxn>
                  <a:cxn ang="0">
                    <a:pos x="553389045" y="2147483646"/>
                  </a:cxn>
                  <a:cxn ang="0">
                    <a:pos x="650635898" y="2147483646"/>
                  </a:cxn>
                  <a:cxn ang="0">
                    <a:pos x="829250176" y="2147483646"/>
                  </a:cxn>
                  <a:cxn ang="0">
                    <a:pos x="991925163" y="2147483646"/>
                  </a:cxn>
                </a:cxnLst>
                <a:rect l="txL" t="txT" r="txR" b="txB"/>
                <a:pathLst>
                  <a:path w="366" h="329">
                    <a:moveTo>
                      <a:pt x="0" y="323"/>
                    </a:moveTo>
                    <a:cubicBezTo>
                      <a:pt x="8" y="302"/>
                      <a:pt x="31" y="238"/>
                      <a:pt x="48" y="197"/>
                    </a:cubicBezTo>
                    <a:cubicBezTo>
                      <a:pt x="65" y="156"/>
                      <a:pt x="86" y="108"/>
                      <a:pt x="102" y="77"/>
                    </a:cubicBezTo>
                    <a:cubicBezTo>
                      <a:pt x="118" y="46"/>
                      <a:pt x="127" y="22"/>
                      <a:pt x="144" y="11"/>
                    </a:cubicBezTo>
                    <a:cubicBezTo>
                      <a:pt x="161" y="0"/>
                      <a:pt x="188" y="3"/>
                      <a:pt x="204" y="11"/>
                    </a:cubicBezTo>
                    <a:cubicBezTo>
                      <a:pt x="220" y="19"/>
                      <a:pt x="223" y="26"/>
                      <a:pt x="240" y="59"/>
                    </a:cubicBezTo>
                    <a:cubicBezTo>
                      <a:pt x="257" y="92"/>
                      <a:pt x="285" y="164"/>
                      <a:pt x="306" y="209"/>
                    </a:cubicBezTo>
                    <a:cubicBezTo>
                      <a:pt x="327" y="254"/>
                      <a:pt x="354" y="304"/>
                      <a:pt x="366" y="329"/>
                    </a:cubicBezTo>
                  </a:path>
                </a:pathLst>
              </a:custGeom>
              <a:noFill/>
              <a:ln w="38100" cap="flat" cmpd="sng">
                <a:solidFill>
                  <a:srgbClr val="FF3300">
                    <a:alpha val="100000"/>
                  </a:srgbClr>
                </a:solidFill>
                <a:prstDash val="sysDot"/>
                <a:round/>
                <a:headEnd type="none" w="med" len="med"/>
                <a:tailEnd type="none" w="med" len="med"/>
              </a:ln>
            </p:spPr>
            <p:txBody>
              <a:bodyPr/>
              <a:lstStyle/>
              <a:p>
                <a:endParaRPr lang="zh-CN" altLang="en-US"/>
              </a:p>
            </p:txBody>
          </p:sp>
        </p:grpSp>
        <p:grpSp>
          <p:nvGrpSpPr>
            <p:cNvPr id="20494" name="Group 64"/>
            <p:cNvGrpSpPr/>
            <p:nvPr/>
          </p:nvGrpSpPr>
          <p:grpSpPr>
            <a:xfrm>
              <a:off x="1164" y="387"/>
              <a:ext cx="3294" cy="1332"/>
              <a:chOff x="1200" y="2727"/>
              <a:chExt cx="3294" cy="1332"/>
            </a:xfrm>
          </p:grpSpPr>
          <p:sp>
            <p:nvSpPr>
              <p:cNvPr id="20503" name="Text Box 10"/>
              <p:cNvSpPr txBox="1"/>
              <p:nvPr/>
            </p:nvSpPr>
            <p:spPr>
              <a:xfrm>
                <a:off x="1200" y="2727"/>
                <a:ext cx="384" cy="327"/>
              </a:xfrm>
              <a:prstGeom prst="rect">
                <a:avLst/>
              </a:prstGeom>
              <a:noFill/>
              <a:ln w="9525">
                <a:noFill/>
              </a:ln>
            </p:spPr>
            <p:txBody>
              <a:bodyPr>
                <a:spAutoFit/>
              </a:bodyPr>
              <a:lstStyle/>
              <a:p>
                <a:pPr eaLnBrk="1" hangingPunct="1">
                  <a:spcBef>
                    <a:spcPct val="50000"/>
                  </a:spcBef>
                </a:pPr>
                <a:r>
                  <a:rPr lang="en-US" altLang="zh-CN" sz="2800" i="1" dirty="0">
                    <a:latin typeface="Times New Roman" panose="02020603050405020304" pitchFamily="18" charset="0"/>
                    <a:ea typeface="楷体_GB2312"/>
                  </a:rPr>
                  <a:t>u</a:t>
                </a:r>
                <a:r>
                  <a:rPr lang="en-US" altLang="zh-CN" sz="2800" i="1" baseline="-25000" dirty="0">
                    <a:latin typeface="Times New Roman" panose="02020603050405020304" pitchFamily="18" charset="0"/>
                    <a:ea typeface="楷体_GB2312"/>
                  </a:rPr>
                  <a:t>o</a:t>
                </a:r>
                <a:endParaRPr lang="en-US" altLang="zh-CN" sz="2800" i="1" dirty="0">
                  <a:latin typeface="Times New Roman" panose="02020603050405020304" pitchFamily="18" charset="0"/>
                  <a:ea typeface="楷体_GB2312"/>
                </a:endParaRPr>
              </a:p>
            </p:txBody>
          </p:sp>
          <p:sp>
            <p:nvSpPr>
              <p:cNvPr id="20504" name="Text Box 11"/>
              <p:cNvSpPr txBox="1"/>
              <p:nvPr/>
            </p:nvSpPr>
            <p:spPr>
              <a:xfrm>
                <a:off x="4086" y="3732"/>
                <a:ext cx="408" cy="327"/>
              </a:xfrm>
              <a:prstGeom prst="rect">
                <a:avLst/>
              </a:prstGeom>
              <a:noFill/>
              <a:ln w="9525">
                <a:noFill/>
              </a:ln>
            </p:spPr>
            <p:txBody>
              <a:bodyPr>
                <a:spAutoFit/>
              </a:bodyPr>
              <a:lstStyle/>
              <a:p>
                <a:pPr eaLnBrk="1" hangingPunct="1">
                  <a:spcBef>
                    <a:spcPct val="50000"/>
                  </a:spcBef>
                </a:pPr>
                <a:r>
                  <a:rPr lang="en-US" altLang="zh-CN" sz="2800" i="1" dirty="0">
                    <a:latin typeface="Times New Roman" panose="02020603050405020304" pitchFamily="18" charset="0"/>
                    <a:ea typeface="楷体_GB2312"/>
                  </a:rPr>
                  <a:t>t</a:t>
                </a:r>
              </a:p>
            </p:txBody>
          </p:sp>
          <p:sp>
            <p:nvSpPr>
              <p:cNvPr id="20505" name="Line 8"/>
              <p:cNvSpPr/>
              <p:nvPr/>
            </p:nvSpPr>
            <p:spPr>
              <a:xfrm>
                <a:off x="1494" y="3772"/>
                <a:ext cx="2796" cy="0"/>
              </a:xfrm>
              <a:prstGeom prst="line">
                <a:avLst/>
              </a:prstGeom>
              <a:ln w="28575" cap="flat" cmpd="sng">
                <a:solidFill>
                  <a:srgbClr val="000000"/>
                </a:solidFill>
                <a:prstDash val="solid"/>
                <a:headEnd type="none" w="med" len="med"/>
                <a:tailEnd type="triangle" w="med" len="med"/>
              </a:ln>
            </p:spPr>
          </p:sp>
          <p:sp>
            <p:nvSpPr>
              <p:cNvPr id="20506" name="Line 59"/>
              <p:cNvSpPr/>
              <p:nvPr/>
            </p:nvSpPr>
            <p:spPr>
              <a:xfrm flipV="1">
                <a:off x="1536" y="2808"/>
                <a:ext cx="0" cy="996"/>
              </a:xfrm>
              <a:prstGeom prst="line">
                <a:avLst/>
              </a:prstGeom>
              <a:ln w="28575" cap="flat" cmpd="sng">
                <a:solidFill>
                  <a:srgbClr val="000000"/>
                </a:solidFill>
                <a:prstDash val="solid"/>
                <a:headEnd type="none" w="med" len="med"/>
                <a:tailEnd type="triangle" w="med" len="med"/>
              </a:ln>
            </p:spPr>
          </p:sp>
        </p:grpSp>
        <p:grpSp>
          <p:nvGrpSpPr>
            <p:cNvPr id="20495" name="Group 73"/>
            <p:cNvGrpSpPr/>
            <p:nvPr/>
          </p:nvGrpSpPr>
          <p:grpSpPr>
            <a:xfrm>
              <a:off x="1503" y="633"/>
              <a:ext cx="2382" cy="300"/>
              <a:chOff x="1503" y="633"/>
              <a:chExt cx="2382" cy="300"/>
            </a:xfrm>
          </p:grpSpPr>
          <p:grpSp>
            <p:nvGrpSpPr>
              <p:cNvPr id="20496" name="Group 69"/>
              <p:cNvGrpSpPr/>
              <p:nvPr/>
            </p:nvGrpSpPr>
            <p:grpSpPr>
              <a:xfrm>
                <a:off x="1783" y="645"/>
                <a:ext cx="1046" cy="288"/>
                <a:chOff x="1783" y="645"/>
                <a:chExt cx="1046" cy="288"/>
              </a:xfrm>
            </p:grpSpPr>
            <p:sp>
              <p:nvSpPr>
                <p:cNvPr id="20501" name="Freeform 39"/>
                <p:cNvSpPr/>
                <p:nvPr/>
              </p:nvSpPr>
              <p:spPr>
                <a:xfrm>
                  <a:off x="1783" y="645"/>
                  <a:ext cx="271" cy="288"/>
                </a:xfrm>
                <a:custGeom>
                  <a:avLst/>
                  <a:gdLst>
                    <a:gd name="txL" fmla="*/ 0 w 72"/>
                    <a:gd name="txT" fmla="*/ 0 h 100"/>
                    <a:gd name="txR" fmla="*/ 72 w 72"/>
                    <a:gd name="txB" fmla="*/ 100 h 100"/>
                  </a:gdLst>
                  <a:ahLst/>
                  <a:cxnLst>
                    <a:cxn ang="0">
                      <a:pos x="0" y="2147483646"/>
                    </a:cxn>
                    <a:cxn ang="0">
                      <a:pos x="2147483646" y="2147483646"/>
                    </a:cxn>
                    <a:cxn ang="0">
                      <a:pos x="2147483646" y="0"/>
                    </a:cxn>
                  </a:cxnLst>
                  <a:rect l="txL" t="txT" r="txR" b="txB"/>
                  <a:pathLst>
                    <a:path w="72" h="100">
                      <a:moveTo>
                        <a:pt x="0" y="100"/>
                      </a:moveTo>
                      <a:cubicBezTo>
                        <a:pt x="3" y="76"/>
                        <a:pt x="16" y="27"/>
                        <a:pt x="40" y="16"/>
                      </a:cubicBezTo>
                      <a:cubicBezTo>
                        <a:pt x="52" y="11"/>
                        <a:pt x="72" y="0"/>
                        <a:pt x="72" y="0"/>
                      </a:cubicBezTo>
                    </a:path>
                  </a:pathLst>
                </a:custGeom>
                <a:noFill/>
                <a:ln w="38100" cap="flat" cmpd="sng">
                  <a:solidFill>
                    <a:schemeClr val="accent2">
                      <a:alpha val="100000"/>
                    </a:schemeClr>
                  </a:solidFill>
                  <a:prstDash val="solid"/>
                  <a:round/>
                  <a:headEnd type="none" w="med" len="med"/>
                  <a:tailEnd type="none" w="med" len="med"/>
                </a:ln>
              </p:spPr>
              <p:txBody>
                <a:bodyPr/>
                <a:lstStyle/>
                <a:p>
                  <a:endParaRPr lang="zh-CN" altLang="en-US"/>
                </a:p>
              </p:txBody>
            </p:sp>
            <p:sp>
              <p:nvSpPr>
                <p:cNvPr id="20502" name="Line 40"/>
                <p:cNvSpPr/>
                <p:nvPr/>
              </p:nvSpPr>
              <p:spPr>
                <a:xfrm>
                  <a:off x="2054" y="645"/>
                  <a:ext cx="775" cy="262"/>
                </a:xfrm>
                <a:prstGeom prst="line">
                  <a:avLst/>
                </a:prstGeom>
                <a:ln w="38100" cap="flat" cmpd="sng">
                  <a:solidFill>
                    <a:schemeClr val="accent2"/>
                  </a:solidFill>
                  <a:prstDash val="solid"/>
                  <a:headEnd type="none" w="med" len="med"/>
                  <a:tailEnd type="none" w="med" len="med"/>
                </a:ln>
              </p:spPr>
            </p:sp>
          </p:grpSp>
          <p:sp>
            <p:nvSpPr>
              <p:cNvPr id="20497" name="Line 58"/>
              <p:cNvSpPr/>
              <p:nvPr/>
            </p:nvSpPr>
            <p:spPr>
              <a:xfrm>
                <a:off x="1503" y="800"/>
                <a:ext cx="266" cy="133"/>
              </a:xfrm>
              <a:prstGeom prst="line">
                <a:avLst/>
              </a:prstGeom>
              <a:ln w="38100" cap="flat" cmpd="sng">
                <a:solidFill>
                  <a:schemeClr val="accent2"/>
                </a:solidFill>
                <a:prstDash val="solid"/>
                <a:headEnd type="none" w="med" len="med"/>
                <a:tailEnd type="none" w="med" len="med"/>
              </a:ln>
            </p:spPr>
          </p:sp>
          <p:grpSp>
            <p:nvGrpSpPr>
              <p:cNvPr id="20498" name="Group 70"/>
              <p:cNvGrpSpPr/>
              <p:nvPr/>
            </p:nvGrpSpPr>
            <p:grpSpPr>
              <a:xfrm>
                <a:off x="2839" y="633"/>
                <a:ext cx="1046" cy="288"/>
                <a:chOff x="1783" y="645"/>
                <a:chExt cx="1046" cy="288"/>
              </a:xfrm>
            </p:grpSpPr>
            <p:sp>
              <p:nvSpPr>
                <p:cNvPr id="20499" name="Freeform 71"/>
                <p:cNvSpPr/>
                <p:nvPr/>
              </p:nvSpPr>
              <p:spPr>
                <a:xfrm>
                  <a:off x="1783" y="645"/>
                  <a:ext cx="271" cy="288"/>
                </a:xfrm>
                <a:custGeom>
                  <a:avLst/>
                  <a:gdLst>
                    <a:gd name="txL" fmla="*/ 0 w 72"/>
                    <a:gd name="txT" fmla="*/ 0 h 100"/>
                    <a:gd name="txR" fmla="*/ 72 w 72"/>
                    <a:gd name="txB" fmla="*/ 100 h 100"/>
                  </a:gdLst>
                  <a:ahLst/>
                  <a:cxnLst>
                    <a:cxn ang="0">
                      <a:pos x="0" y="2147483646"/>
                    </a:cxn>
                    <a:cxn ang="0">
                      <a:pos x="2147483646" y="2147483646"/>
                    </a:cxn>
                    <a:cxn ang="0">
                      <a:pos x="2147483646" y="0"/>
                    </a:cxn>
                  </a:cxnLst>
                  <a:rect l="txL" t="txT" r="txR" b="txB"/>
                  <a:pathLst>
                    <a:path w="72" h="100">
                      <a:moveTo>
                        <a:pt x="0" y="100"/>
                      </a:moveTo>
                      <a:cubicBezTo>
                        <a:pt x="3" y="76"/>
                        <a:pt x="16" y="27"/>
                        <a:pt x="40" y="16"/>
                      </a:cubicBezTo>
                      <a:cubicBezTo>
                        <a:pt x="52" y="11"/>
                        <a:pt x="72" y="0"/>
                        <a:pt x="72" y="0"/>
                      </a:cubicBezTo>
                    </a:path>
                  </a:pathLst>
                </a:custGeom>
                <a:noFill/>
                <a:ln w="38100" cap="flat" cmpd="sng">
                  <a:solidFill>
                    <a:schemeClr val="accent2">
                      <a:alpha val="100000"/>
                    </a:schemeClr>
                  </a:solidFill>
                  <a:prstDash val="solid"/>
                  <a:round/>
                  <a:headEnd type="none" w="med" len="med"/>
                  <a:tailEnd type="none" w="med" len="med"/>
                </a:ln>
              </p:spPr>
              <p:txBody>
                <a:bodyPr/>
                <a:lstStyle/>
                <a:p>
                  <a:endParaRPr lang="zh-CN" altLang="en-US"/>
                </a:p>
              </p:txBody>
            </p:sp>
            <p:sp>
              <p:nvSpPr>
                <p:cNvPr id="20500" name="Line 72"/>
                <p:cNvSpPr/>
                <p:nvPr/>
              </p:nvSpPr>
              <p:spPr>
                <a:xfrm>
                  <a:off x="2054" y="645"/>
                  <a:ext cx="775" cy="262"/>
                </a:xfrm>
                <a:prstGeom prst="line">
                  <a:avLst/>
                </a:prstGeom>
                <a:ln w="38100" cap="flat" cmpd="sng">
                  <a:solidFill>
                    <a:schemeClr val="accent2"/>
                  </a:solidFill>
                  <a:prstDash val="solid"/>
                  <a:headEnd type="none" w="med" len="med"/>
                  <a:tailEnd type="none" w="med" len="med"/>
                </a:ln>
              </p:spPr>
            </p:sp>
          </p:grpSp>
        </p:grpSp>
      </p:grpSp>
      <p:sp>
        <p:nvSpPr>
          <p:cNvPr id="61517" name="Line 77"/>
          <p:cNvSpPr/>
          <p:nvPr/>
        </p:nvSpPr>
        <p:spPr>
          <a:xfrm>
            <a:off x="2819400" y="3049588"/>
            <a:ext cx="400050" cy="0"/>
          </a:xfrm>
          <a:prstGeom prst="line">
            <a:avLst/>
          </a:prstGeom>
          <a:ln w="9525" cap="flat" cmpd="sng">
            <a:solidFill>
              <a:srgbClr val="000000"/>
            </a:solidFill>
            <a:prstDash val="solid"/>
            <a:headEnd type="triangle" w="med" len="med"/>
            <a:tailEnd type="triangle" w="med" len="med"/>
          </a:ln>
        </p:spPr>
      </p:sp>
      <p:sp>
        <p:nvSpPr>
          <p:cNvPr id="61518" name="AutoShape 78"/>
          <p:cNvSpPr/>
          <p:nvPr/>
        </p:nvSpPr>
        <p:spPr>
          <a:xfrm>
            <a:off x="133350" y="3817938"/>
            <a:ext cx="4171950" cy="2095500"/>
          </a:xfrm>
          <a:prstGeom prst="wedgeRoundRectCallout">
            <a:avLst>
              <a:gd name="adj1" fmla="val 18565"/>
              <a:gd name="adj2" fmla="val -78866"/>
              <a:gd name="adj3" fmla="val 16667"/>
            </a:avLst>
          </a:prstGeom>
          <a:solidFill>
            <a:srgbClr val="FFFFFF"/>
          </a:solidFill>
          <a:ln w="9525" cap="flat" cmpd="sng">
            <a:solidFill>
              <a:srgbClr val="00CC00"/>
            </a:solidFill>
            <a:prstDash val="solid"/>
            <a:miter/>
            <a:headEnd type="none" w="med" len="med"/>
            <a:tailEnd type="none" w="med" len="med"/>
          </a:ln>
        </p:spPr>
        <p:txBody>
          <a:bodyPr wrap="none" anchor="ctr" anchorCtr="0"/>
          <a:lstStyle/>
          <a:p>
            <a:pPr algn="ctr" eaLnBrk="1" hangingPunct="1">
              <a:spcBef>
                <a:spcPct val="50000"/>
              </a:spcBef>
            </a:pPr>
            <a:r>
              <a:rPr lang="en-US" altLang="zh-CN" dirty="0">
                <a:latin typeface="Times New Roman" panose="02020603050405020304" pitchFamily="18" charset="0"/>
                <a:ea typeface="楷体_GB2312"/>
              </a:rPr>
              <a:t>u</a:t>
            </a:r>
            <a:r>
              <a:rPr lang="en-US" altLang="zh-CN" baseline="-25000" dirty="0">
                <a:latin typeface="Times New Roman" panose="02020603050405020304" pitchFamily="18" charset="0"/>
                <a:ea typeface="楷体_GB2312"/>
              </a:rPr>
              <a:t>2</a:t>
            </a:r>
            <a:r>
              <a:rPr lang="zh-CN" altLang="en-US" dirty="0">
                <a:latin typeface="Times New Roman" panose="02020603050405020304" pitchFamily="18" charset="0"/>
                <a:ea typeface="楷体_GB2312"/>
              </a:rPr>
              <a:t>上升， </a:t>
            </a:r>
            <a:r>
              <a:rPr lang="en-US" altLang="zh-CN" dirty="0">
                <a:latin typeface="Times New Roman" panose="02020603050405020304" pitchFamily="18" charset="0"/>
                <a:ea typeface="楷体_GB2312"/>
              </a:rPr>
              <a:t>u</a:t>
            </a:r>
            <a:r>
              <a:rPr lang="en-US" altLang="zh-CN" baseline="-25000" dirty="0">
                <a:latin typeface="Times New Roman" panose="02020603050405020304" pitchFamily="18" charset="0"/>
                <a:ea typeface="楷体_GB2312"/>
              </a:rPr>
              <a:t>2</a:t>
            </a:r>
            <a:r>
              <a:rPr lang="zh-CN" altLang="en-US" dirty="0">
                <a:latin typeface="Times New Roman" panose="02020603050405020304" pitchFamily="18" charset="0"/>
                <a:ea typeface="楷体_GB2312"/>
              </a:rPr>
              <a:t>大于电容</a:t>
            </a:r>
          </a:p>
          <a:p>
            <a:pPr algn="ctr" eaLnBrk="1" hangingPunct="1">
              <a:spcBef>
                <a:spcPct val="50000"/>
              </a:spcBef>
            </a:pPr>
            <a:r>
              <a:rPr lang="zh-CN" altLang="en-US" dirty="0">
                <a:latin typeface="Times New Roman" panose="02020603050405020304" pitchFamily="18" charset="0"/>
                <a:ea typeface="楷体_GB2312"/>
              </a:rPr>
              <a:t>上的电压</a:t>
            </a:r>
            <a:r>
              <a:rPr lang="en-US" altLang="zh-CN" dirty="0">
                <a:latin typeface="Times New Roman" panose="02020603050405020304" pitchFamily="18" charset="0"/>
                <a:ea typeface="楷体_GB2312"/>
              </a:rPr>
              <a:t>u</a:t>
            </a:r>
            <a:r>
              <a:rPr lang="en-US" altLang="zh-CN" baseline="-25000" dirty="0">
                <a:latin typeface="Times New Roman" panose="02020603050405020304" pitchFamily="18" charset="0"/>
                <a:ea typeface="楷体_GB2312"/>
              </a:rPr>
              <a:t>c</a:t>
            </a:r>
            <a:r>
              <a:rPr lang="zh-CN" altLang="en-US" dirty="0">
                <a:latin typeface="Times New Roman" panose="02020603050405020304" pitchFamily="18" charset="0"/>
                <a:ea typeface="楷体_GB2312"/>
              </a:rPr>
              <a:t>，</a:t>
            </a:r>
            <a:r>
              <a:rPr lang="en-US" altLang="zh-CN" dirty="0">
                <a:latin typeface="Times New Roman" panose="02020603050405020304" pitchFamily="18" charset="0"/>
                <a:ea typeface="楷体_GB2312"/>
              </a:rPr>
              <a:t>u</a:t>
            </a:r>
            <a:r>
              <a:rPr lang="en-US" altLang="zh-CN" baseline="-25000" dirty="0">
                <a:latin typeface="Times New Roman" panose="02020603050405020304" pitchFamily="18" charset="0"/>
                <a:ea typeface="楷体_GB2312"/>
              </a:rPr>
              <a:t>2</a:t>
            </a:r>
            <a:r>
              <a:rPr lang="zh-CN" altLang="en-US" dirty="0">
                <a:latin typeface="Times New Roman" panose="02020603050405020304" pitchFamily="18" charset="0"/>
                <a:ea typeface="楷体_GB2312"/>
              </a:rPr>
              <a:t>对电容充电，</a:t>
            </a:r>
          </a:p>
          <a:p>
            <a:pPr algn="ctr" eaLnBrk="1" hangingPunct="1">
              <a:spcBef>
                <a:spcPct val="50000"/>
              </a:spcBef>
            </a:pPr>
            <a:r>
              <a:rPr lang="en-US" altLang="zh-CN" dirty="0">
                <a:latin typeface="Times New Roman" panose="02020603050405020304" pitchFamily="18" charset="0"/>
                <a:ea typeface="楷体_GB2312"/>
              </a:rPr>
              <a:t>u</a:t>
            </a:r>
            <a:r>
              <a:rPr lang="en-US" altLang="zh-CN" baseline="-25000" dirty="0">
                <a:latin typeface="Times New Roman" panose="02020603050405020304" pitchFamily="18" charset="0"/>
                <a:ea typeface="楷体_GB2312"/>
              </a:rPr>
              <a:t>o</a:t>
            </a:r>
            <a:r>
              <a:rPr lang="en-US" altLang="zh-CN" dirty="0">
                <a:latin typeface="Times New Roman" panose="02020603050405020304" pitchFamily="18" charset="0"/>
                <a:ea typeface="楷体_GB2312"/>
              </a:rPr>
              <a:t>= u</a:t>
            </a:r>
            <a:r>
              <a:rPr lang="en-US" altLang="zh-CN" baseline="-25000" dirty="0">
                <a:latin typeface="Times New Roman" panose="02020603050405020304" pitchFamily="18" charset="0"/>
                <a:ea typeface="楷体_GB2312"/>
              </a:rPr>
              <a:t>c</a:t>
            </a:r>
            <a:r>
              <a:rPr lang="en-US" altLang="zh-CN" dirty="0">
                <a:latin typeface="Times New Roman" panose="02020603050405020304" pitchFamily="18" charset="0"/>
                <a:ea typeface="楷体_GB2312"/>
                <a:sym typeface="Symbol" panose="05050102010706020507" pitchFamily="18" charset="2"/>
              </a:rPr>
              <a:t> </a:t>
            </a:r>
            <a:r>
              <a:rPr lang="en-US" altLang="zh-CN" dirty="0">
                <a:latin typeface="Times New Roman" panose="02020603050405020304" pitchFamily="18" charset="0"/>
                <a:ea typeface="楷体_GB2312"/>
              </a:rPr>
              <a:t>u</a:t>
            </a:r>
            <a:r>
              <a:rPr lang="en-US" altLang="zh-CN" baseline="-25000" dirty="0">
                <a:latin typeface="Times New Roman" panose="02020603050405020304" pitchFamily="18" charset="0"/>
                <a:ea typeface="楷体_GB2312"/>
              </a:rPr>
              <a:t>2</a:t>
            </a:r>
          </a:p>
        </p:txBody>
      </p:sp>
      <p:grpSp>
        <p:nvGrpSpPr>
          <p:cNvPr id="8" name="Group 83"/>
          <p:cNvGrpSpPr/>
          <p:nvPr/>
        </p:nvGrpSpPr>
        <p:grpSpPr>
          <a:xfrm>
            <a:off x="2800350" y="1049338"/>
            <a:ext cx="1714500" cy="2209800"/>
            <a:chOff x="1764" y="468"/>
            <a:chExt cx="1080" cy="1392"/>
          </a:xfrm>
        </p:grpSpPr>
        <p:sp>
          <p:nvSpPr>
            <p:cNvPr id="20490" name="Line 75"/>
            <p:cNvSpPr/>
            <p:nvPr/>
          </p:nvSpPr>
          <p:spPr>
            <a:xfrm>
              <a:off x="1764" y="468"/>
              <a:ext cx="0" cy="1368"/>
            </a:xfrm>
            <a:prstGeom prst="line">
              <a:avLst/>
            </a:prstGeom>
            <a:ln w="9525" cap="flat" cmpd="sng">
              <a:solidFill>
                <a:srgbClr val="000000"/>
              </a:solidFill>
              <a:prstDash val="solid"/>
              <a:headEnd type="none" w="med" len="med"/>
              <a:tailEnd type="none" w="med" len="med"/>
            </a:ln>
          </p:spPr>
        </p:sp>
        <p:sp>
          <p:nvSpPr>
            <p:cNvPr id="20491" name="Line 76"/>
            <p:cNvSpPr/>
            <p:nvPr/>
          </p:nvSpPr>
          <p:spPr>
            <a:xfrm>
              <a:off x="2016" y="468"/>
              <a:ext cx="0" cy="1368"/>
            </a:xfrm>
            <a:prstGeom prst="line">
              <a:avLst/>
            </a:prstGeom>
            <a:ln w="9525" cap="flat" cmpd="sng">
              <a:solidFill>
                <a:srgbClr val="000000"/>
              </a:solidFill>
              <a:prstDash val="solid"/>
              <a:headEnd type="none" w="med" len="med"/>
              <a:tailEnd type="none" w="med" len="med"/>
            </a:ln>
          </p:spPr>
        </p:sp>
        <p:sp>
          <p:nvSpPr>
            <p:cNvPr id="20492" name="Line 79"/>
            <p:cNvSpPr/>
            <p:nvPr/>
          </p:nvSpPr>
          <p:spPr>
            <a:xfrm>
              <a:off x="2844" y="492"/>
              <a:ext cx="0" cy="1368"/>
            </a:xfrm>
            <a:prstGeom prst="line">
              <a:avLst/>
            </a:prstGeom>
            <a:ln w="9525" cap="flat" cmpd="sng">
              <a:solidFill>
                <a:srgbClr val="000000"/>
              </a:solidFill>
              <a:prstDash val="solid"/>
              <a:headEnd type="none" w="med" len="med"/>
              <a:tailEnd type="none" w="med" len="med"/>
            </a:ln>
          </p:spPr>
        </p:sp>
      </p:grpSp>
      <p:sp>
        <p:nvSpPr>
          <p:cNvPr id="61520" name="Line 80"/>
          <p:cNvSpPr/>
          <p:nvPr/>
        </p:nvSpPr>
        <p:spPr>
          <a:xfrm>
            <a:off x="3238500" y="3049588"/>
            <a:ext cx="1276350" cy="0"/>
          </a:xfrm>
          <a:prstGeom prst="line">
            <a:avLst/>
          </a:prstGeom>
          <a:ln w="9525" cap="flat" cmpd="sng">
            <a:solidFill>
              <a:srgbClr val="000000"/>
            </a:solidFill>
            <a:prstDash val="solid"/>
            <a:headEnd type="triangle" w="med" len="med"/>
            <a:tailEnd type="triangle" w="med" len="med"/>
          </a:ln>
        </p:spPr>
      </p:sp>
      <p:sp>
        <p:nvSpPr>
          <p:cNvPr id="61522" name="AutoShape 82"/>
          <p:cNvSpPr/>
          <p:nvPr/>
        </p:nvSpPr>
        <p:spPr>
          <a:xfrm>
            <a:off x="4787900" y="3513138"/>
            <a:ext cx="4179888" cy="2609850"/>
          </a:xfrm>
          <a:prstGeom prst="wedgeRoundRectCallout">
            <a:avLst>
              <a:gd name="adj1" fmla="val -64319"/>
              <a:gd name="adj2" fmla="val -62833"/>
              <a:gd name="adj3" fmla="val 16667"/>
            </a:avLst>
          </a:prstGeom>
          <a:solidFill>
            <a:srgbClr val="FFFFFF"/>
          </a:solidFill>
          <a:ln w="9525" cap="flat" cmpd="sng">
            <a:solidFill>
              <a:srgbClr val="FF33CC"/>
            </a:solidFill>
            <a:prstDash val="solid"/>
            <a:miter/>
            <a:headEnd type="none" w="med" len="med"/>
            <a:tailEnd type="none" w="med" len="med"/>
          </a:ln>
        </p:spPr>
        <p:txBody>
          <a:bodyPr wrap="none" anchor="ctr" anchorCtr="0"/>
          <a:lstStyle/>
          <a:p>
            <a:pPr algn="ctr" eaLnBrk="1" hangingPunct="1">
              <a:spcBef>
                <a:spcPct val="50000"/>
              </a:spcBef>
            </a:pPr>
            <a:r>
              <a:rPr lang="en-US" altLang="zh-CN" dirty="0">
                <a:latin typeface="Times New Roman" panose="02020603050405020304" pitchFamily="18" charset="0"/>
                <a:ea typeface="楷体_GB2312"/>
              </a:rPr>
              <a:t>u</a:t>
            </a:r>
            <a:r>
              <a:rPr lang="en-US" altLang="zh-CN" baseline="-25000" dirty="0">
                <a:latin typeface="Times New Roman" panose="02020603050405020304" pitchFamily="18" charset="0"/>
                <a:ea typeface="楷体_GB2312"/>
              </a:rPr>
              <a:t>2</a:t>
            </a:r>
            <a:r>
              <a:rPr lang="zh-CN" altLang="en-US" dirty="0">
                <a:latin typeface="Times New Roman" panose="02020603050405020304" pitchFamily="18" charset="0"/>
                <a:ea typeface="楷体_GB2312"/>
              </a:rPr>
              <a:t>下降， </a:t>
            </a:r>
            <a:r>
              <a:rPr lang="en-US" altLang="zh-CN" dirty="0">
                <a:latin typeface="Times New Roman" panose="02020603050405020304" pitchFamily="18" charset="0"/>
                <a:ea typeface="楷体_GB2312"/>
              </a:rPr>
              <a:t>u</a:t>
            </a:r>
            <a:r>
              <a:rPr lang="en-US" altLang="zh-CN" baseline="-25000" dirty="0">
                <a:latin typeface="Times New Roman" panose="02020603050405020304" pitchFamily="18" charset="0"/>
                <a:ea typeface="楷体_GB2312"/>
              </a:rPr>
              <a:t>2</a:t>
            </a:r>
            <a:r>
              <a:rPr lang="zh-CN" altLang="en-US" dirty="0">
                <a:latin typeface="Times New Roman" panose="02020603050405020304" pitchFamily="18" charset="0"/>
                <a:ea typeface="楷体_GB2312"/>
              </a:rPr>
              <a:t>小于电容上的电压。</a:t>
            </a:r>
          </a:p>
          <a:p>
            <a:pPr algn="ctr" eaLnBrk="1" hangingPunct="1">
              <a:spcBef>
                <a:spcPct val="50000"/>
              </a:spcBef>
            </a:pPr>
            <a:r>
              <a:rPr lang="zh-CN" altLang="en-US" dirty="0">
                <a:latin typeface="Times New Roman" panose="02020603050405020304" pitchFamily="18" charset="0"/>
                <a:ea typeface="楷体_GB2312"/>
              </a:rPr>
              <a:t>二极管承受反向电压而截止。</a:t>
            </a:r>
          </a:p>
          <a:p>
            <a:pPr algn="ctr" eaLnBrk="1" hangingPunct="1">
              <a:spcBef>
                <a:spcPct val="50000"/>
              </a:spcBef>
            </a:pPr>
            <a:r>
              <a:rPr lang="zh-CN" altLang="en-US" dirty="0">
                <a:latin typeface="Times New Roman" panose="02020603050405020304" pitchFamily="18" charset="0"/>
                <a:ea typeface="楷体_GB2312"/>
              </a:rPr>
              <a:t>电容</a:t>
            </a:r>
            <a:r>
              <a:rPr lang="en-US" altLang="zh-CN" dirty="0">
                <a:latin typeface="Times New Roman" panose="02020603050405020304" pitchFamily="18" charset="0"/>
                <a:ea typeface="楷体_GB2312"/>
              </a:rPr>
              <a:t>C</a:t>
            </a:r>
            <a:r>
              <a:rPr lang="zh-CN" altLang="en-US" dirty="0">
                <a:latin typeface="Times New Roman" panose="02020603050405020304" pitchFamily="18" charset="0"/>
                <a:ea typeface="楷体_GB2312"/>
              </a:rPr>
              <a:t>通过</a:t>
            </a:r>
            <a:r>
              <a:rPr lang="en-US" altLang="zh-CN" dirty="0">
                <a:latin typeface="Times New Roman" panose="02020603050405020304" pitchFamily="18" charset="0"/>
                <a:ea typeface="楷体_GB2312"/>
              </a:rPr>
              <a:t>R</a:t>
            </a:r>
            <a:r>
              <a:rPr lang="en-US" altLang="zh-CN" baseline="-25000" dirty="0">
                <a:latin typeface="Times New Roman" panose="02020603050405020304" pitchFamily="18" charset="0"/>
                <a:ea typeface="楷体_GB2312"/>
              </a:rPr>
              <a:t>L</a:t>
            </a:r>
            <a:r>
              <a:rPr lang="zh-CN" altLang="en-US" dirty="0">
                <a:latin typeface="Times New Roman" panose="02020603050405020304" pitchFamily="18" charset="0"/>
                <a:ea typeface="楷体_GB2312"/>
              </a:rPr>
              <a:t>放电， </a:t>
            </a:r>
            <a:r>
              <a:rPr lang="en-US" altLang="zh-CN" dirty="0">
                <a:latin typeface="Times New Roman" panose="02020603050405020304" pitchFamily="18" charset="0"/>
                <a:ea typeface="楷体_GB2312"/>
              </a:rPr>
              <a:t>u</a:t>
            </a:r>
            <a:r>
              <a:rPr lang="en-US" altLang="zh-CN" baseline="-25000" dirty="0">
                <a:latin typeface="Times New Roman" panose="02020603050405020304" pitchFamily="18" charset="0"/>
                <a:ea typeface="楷体_GB2312"/>
              </a:rPr>
              <a:t>c</a:t>
            </a:r>
            <a:r>
              <a:rPr lang="zh-CN" altLang="en-US" dirty="0">
                <a:latin typeface="Times New Roman" panose="02020603050405020304" pitchFamily="18" charset="0"/>
                <a:ea typeface="楷体_GB2312"/>
              </a:rPr>
              <a:t>按指数</a:t>
            </a:r>
          </a:p>
          <a:p>
            <a:pPr algn="ctr" eaLnBrk="1" hangingPunct="1">
              <a:spcBef>
                <a:spcPct val="50000"/>
              </a:spcBef>
            </a:pPr>
            <a:r>
              <a:rPr lang="zh-CN" altLang="en-US" dirty="0">
                <a:latin typeface="Times New Roman" panose="02020603050405020304" pitchFamily="18" charset="0"/>
                <a:ea typeface="楷体_GB2312"/>
              </a:rPr>
              <a:t>规律下降，时间常数</a:t>
            </a:r>
            <a:r>
              <a:rPr lang="zh-CN" altLang="en-US" dirty="0">
                <a:latin typeface="Times New Roman" panose="02020603050405020304" pitchFamily="18" charset="0"/>
                <a:ea typeface="楷体_GB2312"/>
                <a:sym typeface="Symbol" panose="05050102010706020507" pitchFamily="18" charset="2"/>
              </a:rPr>
              <a:t> </a:t>
            </a:r>
            <a:r>
              <a:rPr lang="en-US" altLang="zh-CN" dirty="0">
                <a:latin typeface="Times New Roman" panose="02020603050405020304" pitchFamily="18" charset="0"/>
                <a:ea typeface="楷体_GB2312"/>
              </a:rPr>
              <a:t>= R</a:t>
            </a:r>
            <a:r>
              <a:rPr lang="en-US" altLang="zh-CN" baseline="-25000" dirty="0">
                <a:latin typeface="Times New Roman" panose="02020603050405020304" pitchFamily="18" charset="0"/>
                <a:ea typeface="楷体_GB2312"/>
              </a:rPr>
              <a:t>L</a:t>
            </a:r>
            <a:r>
              <a:rPr lang="en-US" altLang="zh-CN" dirty="0">
                <a:latin typeface="Times New Roman" panose="02020603050405020304" pitchFamily="18" charset="0"/>
                <a:ea typeface="楷体_GB2312"/>
              </a:rPr>
              <a:t> C</a:t>
            </a:r>
          </a:p>
        </p:txBody>
      </p:sp>
      <p:sp>
        <p:nvSpPr>
          <p:cNvPr id="28" name="Rectangle 66"/>
          <p:cNvSpPr>
            <a:spLocks noChangeArrowheads="1"/>
          </p:cNvSpPr>
          <p:nvPr/>
        </p:nvSpPr>
        <p:spPr bwMode="auto">
          <a:xfrm>
            <a:off x="160338" y="111125"/>
            <a:ext cx="7483475"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lstStyle>
            <a:lvl1pPr marL="342900" indent="-3429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342900" marR="0" lvl="0" indent="-342900" algn="l" defTabSz="914400" rtl="0" eaLnBrk="0" fontAlgn="base" latinLnBrk="0" hangingPunct="0">
              <a:lnSpc>
                <a:spcPct val="100000"/>
              </a:lnSpc>
              <a:spcBef>
                <a:spcPct val="0"/>
              </a:spcBef>
              <a:spcAft>
                <a:spcPct val="0"/>
              </a:spcAft>
              <a:buClrTx/>
              <a:buSzTx/>
              <a:buFontTx/>
              <a:buNone/>
              <a:defRPr/>
            </a:pPr>
            <a:r>
              <a:rPr kumimoji="1" lang="zh-CN" altLang="en-US" sz="3600" b="0" i="0" u="none" strike="noStrike" kern="1200" cap="none" spc="0" normalizeH="0" baseline="0" noProof="0" dirty="0">
                <a:ln w="0"/>
                <a:solidFill>
                  <a:srgbClr val="FF0000"/>
                </a:solidFill>
                <a:effectLst>
                  <a:outerShdw blurRad="38100" dist="19050" dir="2700000" algn="tl" rotWithShape="0">
                    <a:schemeClr val="dk1">
                      <a:alpha val="40000"/>
                    </a:schemeClr>
                  </a:outerShdw>
                </a:effectLst>
                <a:uLnTx/>
                <a:uFillTx/>
                <a:latin typeface="微软雅黑" panose="020B0503020204020204" pitchFamily="34" charset="-122"/>
                <a:ea typeface="微软雅黑" panose="020B0503020204020204" pitchFamily="34" charset="-122"/>
                <a:cs typeface="+mn-cs"/>
              </a:rPr>
              <a:t>二、实验原理</a:t>
            </a:r>
            <a:r>
              <a:rPr kumimoji="1" lang="en-US" altLang="zh-CN" sz="3600" b="0" i="0" u="none" strike="noStrike" kern="1200" cap="none" spc="0" normalizeH="0" baseline="0" noProof="0" dirty="0">
                <a:ln w="0"/>
                <a:solidFill>
                  <a:srgbClr val="FF0000"/>
                </a:solidFill>
                <a:effectLst>
                  <a:outerShdw blurRad="38100" dist="19050" dir="2700000" algn="tl" rotWithShape="0">
                    <a:schemeClr val="dk1">
                      <a:alpha val="40000"/>
                    </a:schemeClr>
                  </a:outerShdw>
                </a:effectLst>
                <a:uLnTx/>
                <a:uFillTx/>
                <a:latin typeface="微软雅黑" panose="020B0503020204020204" pitchFamily="34" charset="-122"/>
                <a:ea typeface="微软雅黑" panose="020B0503020204020204" pitchFamily="34" charset="-122"/>
                <a:cs typeface="+mn-cs"/>
              </a:rPr>
              <a:t>/</a:t>
            </a:r>
            <a:r>
              <a:rPr kumimoji="1" lang="en-US" altLang="zh-CN" sz="2800" b="0" i="0" u="none" strike="noStrike" kern="1200" cap="none" spc="0" normalizeH="0" baseline="0" noProof="0" dirty="0">
                <a:ln w="0"/>
                <a:solidFill>
                  <a:srgbClr val="003300"/>
                </a:solidFill>
                <a:effectLst>
                  <a:outerShdw blurRad="38100" dist="19050" dir="2700000" algn="tl" rotWithShape="0">
                    <a:schemeClr val="dk1">
                      <a:alpha val="40000"/>
                    </a:schemeClr>
                  </a:outerShdw>
                </a:effectLst>
                <a:uLnTx/>
                <a:uFillTx/>
                <a:latin typeface="微软雅黑" panose="020B0503020204020204" pitchFamily="34" charset="-122"/>
                <a:ea typeface="微软雅黑" panose="020B0503020204020204" pitchFamily="34" charset="-122"/>
                <a:cs typeface="+mn-cs"/>
              </a:rPr>
              <a:t>2.3</a:t>
            </a:r>
            <a:r>
              <a:rPr kumimoji="1" lang="zh-CN" altLang="en-US" sz="2800" b="0" i="0" u="none" strike="noStrike" kern="1200" cap="none" spc="0" normalizeH="0" baseline="0" noProof="0" dirty="0">
                <a:ln w="0"/>
                <a:solidFill>
                  <a:srgbClr val="003300"/>
                </a:solidFill>
                <a:effectLst>
                  <a:outerShdw blurRad="38100" dist="19050" dir="2700000" algn="tl" rotWithShape="0">
                    <a:schemeClr val="dk1">
                      <a:alpha val="40000"/>
                    </a:schemeClr>
                  </a:outerShdw>
                </a:effectLst>
                <a:uLnTx/>
                <a:uFillTx/>
                <a:latin typeface="微软雅黑" panose="020B0503020204020204" pitchFamily="34" charset="-122"/>
                <a:ea typeface="微软雅黑" panose="020B0503020204020204" pitchFamily="34" charset="-122"/>
                <a:cs typeface="+mn-cs"/>
              </a:rPr>
              <a:t>滤波电路</a:t>
            </a:r>
          </a:p>
        </p:txBody>
      </p:sp>
      <p:sp>
        <p:nvSpPr>
          <p:cNvPr id="20489" name="矩形 2"/>
          <p:cNvSpPr/>
          <p:nvPr/>
        </p:nvSpPr>
        <p:spPr>
          <a:xfrm>
            <a:off x="6648450" y="1689100"/>
            <a:ext cx="2032000" cy="461963"/>
          </a:xfrm>
          <a:prstGeom prst="rect">
            <a:avLst/>
          </a:prstGeom>
          <a:noFill/>
          <a:ln w="9525">
            <a:noFill/>
          </a:ln>
        </p:spPr>
        <p:txBody>
          <a:bodyPr wrap="none">
            <a:spAutoFit/>
          </a:bodyPr>
          <a:lstStyle/>
          <a:p>
            <a:pPr marL="342900" indent="-342900"/>
            <a:r>
              <a:rPr lang="zh-CN" altLang="en-US" b="1" dirty="0">
                <a:solidFill>
                  <a:srgbClr val="003300"/>
                </a:solidFill>
                <a:latin typeface="微软雅黑" panose="020B0503020204020204" pitchFamily="34" charset="-122"/>
                <a:ea typeface="微软雅黑" panose="020B0503020204020204" pitchFamily="34" charset="-122"/>
              </a:rPr>
              <a:t>电容滤波原理</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ipe(up)">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37" fill="hold" nodeType="clickEffect">
                                  <p:stCondLst>
                                    <p:cond delay="0"/>
                                  </p:stCondLst>
                                  <p:childTnLst>
                                    <p:set>
                                      <p:cBhvr>
                                        <p:cTn id="16" dur="1" fill="hold">
                                          <p:stCondLst>
                                            <p:cond delay="0"/>
                                          </p:stCondLst>
                                        </p:cTn>
                                        <p:tgtEl>
                                          <p:spTgt spid="61517"/>
                                        </p:tgtEl>
                                        <p:attrNameLst>
                                          <p:attrName>style.visibility</p:attrName>
                                        </p:attrNameLst>
                                      </p:cBhvr>
                                      <p:to>
                                        <p:strVal val="visible"/>
                                      </p:to>
                                    </p:set>
                                    <p:animEffect transition="in" filter="barn(outVertical)">
                                      <p:cBhvr>
                                        <p:cTn id="17" dur="500"/>
                                        <p:tgtEl>
                                          <p:spTgt spid="6151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61518"/>
                                        </p:tgtEl>
                                        <p:attrNameLst>
                                          <p:attrName>style.visibility</p:attrName>
                                        </p:attrNameLst>
                                      </p:cBhvr>
                                      <p:to>
                                        <p:strVal val="visible"/>
                                      </p:to>
                                    </p:set>
                                    <p:animEffect transition="in" filter="wipe(down)">
                                      <p:cBhvr>
                                        <p:cTn id="22" dur="500"/>
                                        <p:tgtEl>
                                          <p:spTgt spid="61518"/>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37" fill="hold" nodeType="clickEffect">
                                  <p:stCondLst>
                                    <p:cond delay="0"/>
                                  </p:stCondLst>
                                  <p:childTnLst>
                                    <p:set>
                                      <p:cBhvr>
                                        <p:cTn id="26" dur="1" fill="hold">
                                          <p:stCondLst>
                                            <p:cond delay="0"/>
                                          </p:stCondLst>
                                        </p:cTn>
                                        <p:tgtEl>
                                          <p:spTgt spid="61520"/>
                                        </p:tgtEl>
                                        <p:attrNameLst>
                                          <p:attrName>style.visibility</p:attrName>
                                        </p:attrNameLst>
                                      </p:cBhvr>
                                      <p:to>
                                        <p:strVal val="visible"/>
                                      </p:to>
                                    </p:set>
                                    <p:animEffect transition="in" filter="barn(outVertical)">
                                      <p:cBhvr>
                                        <p:cTn id="27" dur="500"/>
                                        <p:tgtEl>
                                          <p:spTgt spid="61520"/>
                                        </p:tgtEl>
                                      </p:cBhvr>
                                    </p:animEffect>
                                  </p:childTnLst>
                                </p:cTn>
                              </p:par>
                            </p:childTnLst>
                          </p:cTn>
                        </p:par>
                      </p:childTnLst>
                    </p:cTn>
                  </p:par>
                  <p:par>
                    <p:cTn id="28" fill="hold">
                      <p:stCondLst>
                        <p:cond delay="indefinite"/>
                      </p:stCondLst>
                      <p:childTnLst>
                        <p:par>
                          <p:cTn id="29" fill="hold">
                            <p:stCondLst>
                              <p:cond delay="0"/>
                            </p:stCondLst>
                            <p:childTnLst>
                              <p:par>
                                <p:cTn id="30" presetID="18" presetClass="entr" presetSubtype="9" fill="hold" grpId="0" nodeType="clickEffect">
                                  <p:stCondLst>
                                    <p:cond delay="0"/>
                                  </p:stCondLst>
                                  <p:childTnLst>
                                    <p:set>
                                      <p:cBhvr>
                                        <p:cTn id="31" dur="1" fill="hold">
                                          <p:stCondLst>
                                            <p:cond delay="0"/>
                                          </p:stCondLst>
                                        </p:cTn>
                                        <p:tgtEl>
                                          <p:spTgt spid="61522"/>
                                        </p:tgtEl>
                                        <p:attrNameLst>
                                          <p:attrName>style.visibility</p:attrName>
                                        </p:attrNameLst>
                                      </p:cBhvr>
                                      <p:to>
                                        <p:strVal val="visible"/>
                                      </p:to>
                                    </p:set>
                                    <p:animEffect transition="in" filter="strips(upLeft)">
                                      <p:cBhvr>
                                        <p:cTn id="32" dur="500"/>
                                        <p:tgtEl>
                                          <p:spTgt spid="615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518" grpId="0" animBg="1"/>
      <p:bldP spid="61522"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3563" name="Object 11"/>
          <p:cNvGraphicFramePr>
            <a:graphicFrameLocks noChangeAspect="1"/>
          </p:cNvGraphicFramePr>
          <p:nvPr/>
        </p:nvGraphicFramePr>
        <p:xfrm>
          <a:off x="322263" y="2578100"/>
          <a:ext cx="5468937" cy="2663825"/>
        </p:xfrm>
        <a:graphic>
          <a:graphicData uri="http://schemas.openxmlformats.org/presentationml/2006/ole">
            <mc:AlternateContent xmlns:mc="http://schemas.openxmlformats.org/markup-compatibility/2006">
              <mc:Choice xmlns:v="urn:schemas-microsoft-com:vml" Requires="v">
                <p:oleObj r:id="rId2" imgW="3404870" imgH="1659890" progId="Paint.Picture">
                  <p:embed/>
                </p:oleObj>
              </mc:Choice>
              <mc:Fallback>
                <p:oleObj r:id="rId2" imgW="3404870" imgH="1659890" progId="Paint.Picture">
                  <p:embed/>
                  <p:pic>
                    <p:nvPicPr>
                      <p:cNvPr id="0" name="图片 3075"/>
                      <p:cNvPicPr/>
                      <p:nvPr/>
                    </p:nvPicPr>
                    <p:blipFill>
                      <a:blip r:embed="rId3"/>
                      <a:stretch>
                        <a:fillRect/>
                      </a:stretch>
                    </p:blipFill>
                    <p:spPr>
                      <a:xfrm>
                        <a:off x="322263" y="2578100"/>
                        <a:ext cx="5468937" cy="2663825"/>
                      </a:xfrm>
                      <a:prstGeom prst="rect">
                        <a:avLst/>
                      </a:prstGeom>
                      <a:noFill/>
                      <a:ln w="38100">
                        <a:noFill/>
                        <a:miter/>
                      </a:ln>
                    </p:spPr>
                  </p:pic>
                </p:oleObj>
              </mc:Fallback>
            </mc:AlternateContent>
          </a:graphicData>
        </a:graphic>
      </p:graphicFrame>
      <p:sp>
        <p:nvSpPr>
          <p:cNvPr id="23566" name="Text Box 14"/>
          <p:cNvSpPr txBox="1">
            <a:spLocks noChangeArrowheads="1"/>
          </p:cNvSpPr>
          <p:nvPr/>
        </p:nvSpPr>
        <p:spPr bwMode="auto">
          <a:xfrm>
            <a:off x="588963" y="5726113"/>
            <a:ext cx="7854950" cy="457200"/>
          </a:xfrm>
          <a:prstGeom prst="rect">
            <a:avLst/>
          </a:prstGeom>
          <a:noFill/>
          <a:ln w="12700" cap="sq">
            <a:noFill/>
            <a:miter lim="800000"/>
            <a:headEnd type="none" w="sm" len="sm"/>
            <a:tailEnd type="none" w="sm" len="sm"/>
          </a:ln>
        </p:spPr>
        <p:txBody>
          <a:bodyPr>
            <a:spAutoFit/>
          </a:bodyPr>
          <a:lstStyle/>
          <a:p>
            <a:pPr marR="0" algn="ctr" defTabSz="914400">
              <a:spcBef>
                <a:spcPct val="50000"/>
              </a:spcBef>
              <a:buClrTx/>
              <a:buSzTx/>
              <a:buFontTx/>
              <a:buNone/>
              <a:defRPr/>
            </a:pPr>
            <a:r>
              <a:rPr kumimoji="0" lang="en-US" altLang="zh-CN" kern="1200" cap="none" spc="0" normalizeH="0" baseline="0" noProof="0" dirty="0">
                <a:solidFill>
                  <a:srgbClr val="FF0000"/>
                </a:solidFill>
                <a:latin typeface="Arial" panose="020B0604020202020204" pitchFamily="34" charset="0"/>
                <a:ea typeface="楷体_GB2312"/>
                <a:cs typeface="+mn-cs"/>
              </a:rPr>
              <a:t>  </a:t>
            </a:r>
            <a:r>
              <a:rPr kumimoji="0" lang="en-US" altLang="zh-CN" kern="1200" cap="none" spc="0" normalizeH="0" baseline="0" noProof="0" dirty="0">
                <a:solidFill>
                  <a:srgbClr val="FF0000"/>
                </a:solidFill>
                <a:latin typeface="+mn-ea"/>
                <a:ea typeface="+mn-ea"/>
                <a:cs typeface="+mn-cs"/>
              </a:rPr>
              <a:t> (a)</a:t>
            </a:r>
            <a:r>
              <a:rPr kumimoji="0" lang="zh-CN" altLang="en-US" kern="1200" cap="none" spc="0" normalizeH="0" baseline="0" noProof="0" dirty="0">
                <a:solidFill>
                  <a:srgbClr val="FF0000"/>
                </a:solidFill>
                <a:latin typeface="Arial" panose="020B0604020202020204" pitchFamily="34" charset="0"/>
                <a:ea typeface="楷体_GB2312"/>
                <a:cs typeface="+mn-cs"/>
              </a:rPr>
              <a:t>电感滤波电路                                     </a:t>
            </a:r>
            <a:r>
              <a:rPr kumimoji="0" lang="en-US" altLang="zh-CN" kern="1200" cap="none" spc="0" normalizeH="0" baseline="0" noProof="0" dirty="0">
                <a:solidFill>
                  <a:srgbClr val="FF0000"/>
                </a:solidFill>
                <a:latin typeface="+mn-ea"/>
                <a:ea typeface="+mn-ea"/>
                <a:cs typeface="+mn-cs"/>
              </a:rPr>
              <a:t>(b)</a:t>
            </a:r>
            <a:r>
              <a:rPr kumimoji="0" lang="zh-CN" altLang="en-US" kern="1200" cap="none" spc="0" normalizeH="0" baseline="0" noProof="0" dirty="0">
                <a:solidFill>
                  <a:srgbClr val="FF0000"/>
                </a:solidFill>
                <a:latin typeface="Arial" panose="020B0604020202020204" pitchFamily="34" charset="0"/>
                <a:ea typeface="楷体_GB2312"/>
                <a:cs typeface="+mn-cs"/>
              </a:rPr>
              <a:t>波形图</a:t>
            </a:r>
          </a:p>
        </p:txBody>
      </p:sp>
      <p:graphicFrame>
        <p:nvGraphicFramePr>
          <p:cNvPr id="23568" name="Object 16"/>
          <p:cNvGraphicFramePr>
            <a:graphicFrameLocks noChangeAspect="1"/>
          </p:cNvGraphicFramePr>
          <p:nvPr/>
        </p:nvGraphicFramePr>
        <p:xfrm>
          <a:off x="5435600" y="2403475"/>
          <a:ext cx="3429000" cy="3386138"/>
        </p:xfrm>
        <a:graphic>
          <a:graphicData uri="http://schemas.openxmlformats.org/presentationml/2006/ole">
            <mc:AlternateContent xmlns:mc="http://schemas.openxmlformats.org/markup-compatibility/2006">
              <mc:Choice xmlns:v="urn:schemas-microsoft-com:vml" Requires="v">
                <p:oleObj r:id="rId4" imgW="2821305" imgH="2781935" progId="Paint.Picture">
                  <p:embed/>
                </p:oleObj>
              </mc:Choice>
              <mc:Fallback>
                <p:oleObj r:id="rId4" imgW="2821305" imgH="2781935" progId="Paint.Picture">
                  <p:embed/>
                  <p:pic>
                    <p:nvPicPr>
                      <p:cNvPr id="0" name="图片 3076"/>
                      <p:cNvPicPr/>
                      <p:nvPr/>
                    </p:nvPicPr>
                    <p:blipFill>
                      <a:blip r:embed="rId5"/>
                      <a:stretch>
                        <a:fillRect/>
                      </a:stretch>
                    </p:blipFill>
                    <p:spPr>
                      <a:xfrm>
                        <a:off x="5435600" y="2403475"/>
                        <a:ext cx="3429000" cy="3386138"/>
                      </a:xfrm>
                      <a:prstGeom prst="rect">
                        <a:avLst/>
                      </a:prstGeom>
                      <a:noFill/>
                      <a:ln w="38100">
                        <a:noFill/>
                        <a:miter/>
                      </a:ln>
                    </p:spPr>
                  </p:pic>
                </p:oleObj>
              </mc:Fallback>
            </mc:AlternateContent>
          </a:graphicData>
        </a:graphic>
      </p:graphicFrame>
      <p:sp>
        <p:nvSpPr>
          <p:cNvPr id="21509" name="矩形 7"/>
          <p:cNvSpPr/>
          <p:nvPr/>
        </p:nvSpPr>
        <p:spPr>
          <a:xfrm>
            <a:off x="679450" y="1579563"/>
            <a:ext cx="7762875" cy="892175"/>
          </a:xfrm>
          <a:prstGeom prst="rect">
            <a:avLst/>
          </a:prstGeom>
          <a:noFill/>
          <a:ln w="9525">
            <a:noFill/>
          </a:ln>
        </p:spPr>
        <p:txBody>
          <a:bodyPr>
            <a:spAutoFit/>
          </a:bodyPr>
          <a:lstStyle/>
          <a:p>
            <a:pPr eaLnBrk="1" hangingPunct="1">
              <a:spcBef>
                <a:spcPct val="50000"/>
              </a:spcBef>
            </a:pPr>
            <a:r>
              <a:rPr lang="zh-CN" altLang="en-US" b="1" dirty="0">
                <a:solidFill>
                  <a:srgbClr val="002060"/>
                </a:solidFill>
                <a:latin typeface="华文中宋" panose="02010600040101010101" pitchFamily="2" charset="-122"/>
              </a:rPr>
              <a:t>利用储能元件电感器Ｌ的电流不能突变的性质，把电感Ｌ与整流电路的负载Ｒ</a:t>
            </a:r>
            <a:r>
              <a:rPr lang="en-US" altLang="zh-CN" b="1" baseline="-25000" dirty="0">
                <a:solidFill>
                  <a:srgbClr val="002060"/>
                </a:solidFill>
                <a:latin typeface="华文中宋" panose="02010600040101010101" pitchFamily="2" charset="-122"/>
              </a:rPr>
              <a:t>L</a:t>
            </a:r>
            <a:r>
              <a:rPr lang="zh-CN" altLang="en-US" b="1" dirty="0">
                <a:solidFill>
                  <a:srgbClr val="002060"/>
                </a:solidFill>
                <a:latin typeface="华文中宋" panose="02010600040101010101" pitchFamily="2" charset="-122"/>
              </a:rPr>
              <a:t>相串联，也可以起到滤波的作用</a:t>
            </a:r>
            <a:r>
              <a:rPr lang="zh-CN" altLang="en-US" sz="2800" b="1" dirty="0">
                <a:solidFill>
                  <a:srgbClr val="003300"/>
                </a:solidFill>
                <a:latin typeface="华文中宋" panose="02010600040101010101" pitchFamily="2" charset="-122"/>
              </a:rPr>
              <a:t>。</a:t>
            </a:r>
            <a:endParaRPr lang="zh-CN" altLang="en-US" sz="2800" b="1" dirty="0">
              <a:latin typeface="华文中宋" panose="02010600040101010101" pitchFamily="2" charset="-122"/>
            </a:endParaRPr>
          </a:p>
        </p:txBody>
      </p:sp>
      <p:sp>
        <p:nvSpPr>
          <p:cNvPr id="7" name="Rectangle 2"/>
          <p:cNvSpPr>
            <a:spLocks noChangeArrowheads="1"/>
          </p:cNvSpPr>
          <p:nvPr/>
        </p:nvSpPr>
        <p:spPr bwMode="auto">
          <a:xfrm>
            <a:off x="257175" y="825500"/>
            <a:ext cx="3240088" cy="989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342900" marR="0" lvl="0" indent="-342900" algn="l" defTabSz="914400" rtl="0" eaLnBrk="0" fontAlgn="base" latinLnBrk="0" hangingPunct="0">
              <a:lnSpc>
                <a:spcPct val="100000"/>
              </a:lnSpc>
              <a:spcBef>
                <a:spcPct val="0"/>
              </a:spcBef>
              <a:spcAft>
                <a:spcPct val="0"/>
              </a:spcAft>
              <a:buClrTx/>
              <a:buSzTx/>
              <a:buFontTx/>
              <a:buNone/>
              <a:defRPr/>
            </a:pPr>
            <a:endParaRPr kumimoji="1" lang="en-US" altLang="zh-CN" sz="3600" b="0" i="0" u="none" strike="noStrike" kern="1200" cap="none" spc="0" normalizeH="0" baseline="0" noProof="0" dirty="0">
              <a:ln w="0"/>
              <a:solidFill>
                <a:srgbClr val="FF0000"/>
              </a:solidFill>
              <a:effectLst>
                <a:outerShdw blurRad="38100" dist="19050" dir="2700000" algn="tl" rotWithShape="0">
                  <a:schemeClr val="dk1">
                    <a:alpha val="40000"/>
                  </a:schemeClr>
                </a:outerShdw>
              </a:effectLst>
              <a:uLnTx/>
              <a:uFillTx/>
              <a:latin typeface="微软雅黑" panose="020B0503020204020204" pitchFamily="34" charset="-122"/>
              <a:ea typeface="微软雅黑" panose="020B0503020204020204" pitchFamily="34" charset="-122"/>
              <a:cs typeface="+mn-cs"/>
            </a:endParaRPr>
          </a:p>
          <a:p>
            <a:pPr marL="342900" marR="0" lvl="0" indent="-342900" algn="l" defTabSz="914400" rtl="0" eaLnBrk="0" fontAlgn="base" latinLnBrk="0" hangingPunct="0">
              <a:lnSpc>
                <a:spcPct val="100000"/>
              </a:lnSpc>
              <a:spcBef>
                <a:spcPct val="0"/>
              </a:spcBef>
              <a:spcAft>
                <a:spcPct val="0"/>
              </a:spcAft>
              <a:buClrTx/>
              <a:buSzTx/>
              <a:buFontTx/>
              <a:buNone/>
              <a:defRPr/>
            </a:pPr>
            <a:r>
              <a:rPr kumimoji="1" lang="zh-CN" altLang="en-US" sz="2800" b="1" i="0" u="none" strike="noStrike" kern="1200" cap="none" spc="0" normalizeH="0" baseline="0" noProof="0" dirty="0">
                <a:ln>
                  <a:noFill/>
                </a:ln>
                <a:solidFill>
                  <a:srgbClr val="003300"/>
                </a:solidFill>
                <a:effectLst/>
                <a:uLnTx/>
                <a:uFillTx/>
                <a:latin typeface="微软雅黑" panose="020B0503020204020204" pitchFamily="34" charset="-122"/>
                <a:ea typeface="微软雅黑" panose="020B0503020204020204" pitchFamily="34" charset="-122"/>
                <a:cs typeface="+mn-cs"/>
              </a:rPr>
              <a:t>（</a:t>
            </a:r>
            <a:r>
              <a:rPr kumimoji="1" lang="en-US" altLang="zh-CN" sz="2800" b="1" i="0" u="none" strike="noStrike" kern="1200" cap="none" spc="0" normalizeH="0" baseline="0" noProof="0" dirty="0">
                <a:ln>
                  <a:noFill/>
                </a:ln>
                <a:solidFill>
                  <a:srgbClr val="003300"/>
                </a:solidFill>
                <a:effectLst/>
                <a:uLnTx/>
                <a:uFillTx/>
                <a:latin typeface="微软雅黑" panose="020B0503020204020204" pitchFamily="34" charset="-122"/>
                <a:ea typeface="微软雅黑" panose="020B0503020204020204" pitchFamily="34" charset="-122"/>
                <a:cs typeface="+mn-cs"/>
              </a:rPr>
              <a:t>2</a:t>
            </a:r>
            <a:r>
              <a:rPr kumimoji="1" lang="zh-CN" altLang="en-US" sz="2800" b="1" i="0" u="none" strike="noStrike" kern="1200" cap="none" spc="0" normalizeH="0" baseline="0" noProof="0" dirty="0">
                <a:ln>
                  <a:noFill/>
                </a:ln>
                <a:solidFill>
                  <a:srgbClr val="003300"/>
                </a:solidFill>
                <a:effectLst/>
                <a:uLnTx/>
                <a:uFillTx/>
                <a:latin typeface="微软雅黑" panose="020B0503020204020204" pitchFamily="34" charset="-122"/>
                <a:ea typeface="微软雅黑" panose="020B0503020204020204" pitchFamily="34" charset="-122"/>
                <a:cs typeface="+mn-cs"/>
              </a:rPr>
              <a:t>）电感滤波</a:t>
            </a:r>
          </a:p>
          <a:p>
            <a:pPr marL="342900" marR="0" lvl="0" indent="-342900" algn="l" defTabSz="914400" rtl="0" eaLnBrk="0" fontAlgn="base" latinLnBrk="0" hangingPunct="0">
              <a:lnSpc>
                <a:spcPct val="100000"/>
              </a:lnSpc>
              <a:spcBef>
                <a:spcPct val="0"/>
              </a:spcBef>
              <a:spcAft>
                <a:spcPct val="0"/>
              </a:spcAft>
              <a:buClrTx/>
              <a:buSzTx/>
              <a:buFontTx/>
              <a:buNone/>
              <a:defRPr/>
            </a:pPr>
            <a:endParaRPr kumimoji="1" lang="zh-CN" altLang="en-US" sz="2400" b="1" i="0" u="none" strike="noStrike" kern="1200" cap="none" spc="0" normalizeH="0" baseline="0" noProof="0" dirty="0">
              <a:ln>
                <a:noFill/>
              </a:ln>
              <a:solidFill>
                <a:srgbClr val="002060"/>
              </a:solidFill>
              <a:effectLst/>
              <a:uLnTx/>
              <a:uFillTx/>
              <a:latin typeface="华文中宋" panose="02010600040101010101" pitchFamily="2" charset="-122"/>
              <a:ea typeface="华文中宋" panose="02010600040101010101" pitchFamily="2" charset="-122"/>
              <a:cs typeface="+mn-cs"/>
            </a:endParaRPr>
          </a:p>
        </p:txBody>
      </p:sp>
      <p:sp>
        <p:nvSpPr>
          <p:cNvPr id="8" name="Rectangle 66"/>
          <p:cNvSpPr>
            <a:spLocks noChangeArrowheads="1"/>
          </p:cNvSpPr>
          <p:nvPr/>
        </p:nvSpPr>
        <p:spPr bwMode="auto">
          <a:xfrm>
            <a:off x="160338" y="111125"/>
            <a:ext cx="7483475"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lstStyle>
            <a:lvl1pPr marL="342900" indent="-3429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342900" marR="0" lvl="0" indent="-342900" algn="l" defTabSz="914400" rtl="0" eaLnBrk="0" fontAlgn="base" latinLnBrk="0" hangingPunct="0">
              <a:lnSpc>
                <a:spcPct val="100000"/>
              </a:lnSpc>
              <a:spcBef>
                <a:spcPct val="0"/>
              </a:spcBef>
              <a:spcAft>
                <a:spcPct val="0"/>
              </a:spcAft>
              <a:buClrTx/>
              <a:buSzTx/>
              <a:buFontTx/>
              <a:buNone/>
              <a:defRPr/>
            </a:pPr>
            <a:r>
              <a:rPr kumimoji="1" lang="zh-CN" altLang="en-US" sz="3600" b="0" i="0" u="none" strike="noStrike" kern="1200" cap="none" spc="0" normalizeH="0" baseline="0" noProof="0" dirty="0">
                <a:ln w="0"/>
                <a:solidFill>
                  <a:srgbClr val="FF0000"/>
                </a:solidFill>
                <a:effectLst>
                  <a:outerShdw blurRad="38100" dist="19050" dir="2700000" algn="tl" rotWithShape="0">
                    <a:schemeClr val="dk1">
                      <a:alpha val="40000"/>
                    </a:schemeClr>
                  </a:outerShdw>
                </a:effectLst>
                <a:uLnTx/>
                <a:uFillTx/>
                <a:latin typeface="微软雅黑" panose="020B0503020204020204" pitchFamily="34" charset="-122"/>
                <a:ea typeface="微软雅黑" panose="020B0503020204020204" pitchFamily="34" charset="-122"/>
                <a:cs typeface="+mn-cs"/>
              </a:rPr>
              <a:t>二、实验原理</a:t>
            </a:r>
            <a:r>
              <a:rPr kumimoji="1" lang="en-US" altLang="zh-CN" sz="3600" b="0" i="0" u="none" strike="noStrike" kern="1200" cap="none" spc="0" normalizeH="0" baseline="0" noProof="0" dirty="0">
                <a:ln w="0"/>
                <a:solidFill>
                  <a:srgbClr val="FF0000"/>
                </a:solidFill>
                <a:effectLst>
                  <a:outerShdw blurRad="38100" dist="19050" dir="2700000" algn="tl" rotWithShape="0">
                    <a:schemeClr val="dk1">
                      <a:alpha val="40000"/>
                    </a:schemeClr>
                  </a:outerShdw>
                </a:effectLst>
                <a:uLnTx/>
                <a:uFillTx/>
                <a:latin typeface="微软雅黑" panose="020B0503020204020204" pitchFamily="34" charset="-122"/>
                <a:ea typeface="微软雅黑" panose="020B0503020204020204" pitchFamily="34" charset="-122"/>
                <a:cs typeface="+mn-cs"/>
              </a:rPr>
              <a:t>/</a:t>
            </a:r>
            <a:r>
              <a:rPr kumimoji="1" lang="en-US" altLang="zh-CN" sz="2800" b="0" i="0" u="none" strike="noStrike" kern="1200" cap="none" spc="0" normalizeH="0" baseline="0" noProof="0" dirty="0">
                <a:ln w="0"/>
                <a:solidFill>
                  <a:srgbClr val="003300"/>
                </a:solidFill>
                <a:effectLst>
                  <a:outerShdw blurRad="38100" dist="19050" dir="2700000" algn="tl" rotWithShape="0">
                    <a:schemeClr val="dk1">
                      <a:alpha val="40000"/>
                    </a:schemeClr>
                  </a:outerShdw>
                </a:effectLst>
                <a:uLnTx/>
                <a:uFillTx/>
                <a:latin typeface="微软雅黑" panose="020B0503020204020204" pitchFamily="34" charset="-122"/>
                <a:ea typeface="微软雅黑" panose="020B0503020204020204" pitchFamily="34" charset="-122"/>
                <a:cs typeface="+mn-cs"/>
              </a:rPr>
              <a:t>2.3</a:t>
            </a:r>
            <a:r>
              <a:rPr kumimoji="1" lang="zh-CN" altLang="en-US" sz="2800" b="0" i="0" u="none" strike="noStrike" kern="1200" cap="none" spc="0" normalizeH="0" baseline="0" noProof="0" dirty="0">
                <a:ln w="0"/>
                <a:solidFill>
                  <a:srgbClr val="003300"/>
                </a:solidFill>
                <a:effectLst>
                  <a:outerShdw blurRad="38100" dist="19050" dir="2700000" algn="tl" rotWithShape="0">
                    <a:schemeClr val="dk1">
                      <a:alpha val="40000"/>
                    </a:schemeClr>
                  </a:outerShdw>
                </a:effectLst>
                <a:uLnTx/>
                <a:uFillTx/>
                <a:latin typeface="微软雅黑" panose="020B0503020204020204" pitchFamily="34" charset="-122"/>
                <a:ea typeface="微软雅黑" panose="020B0503020204020204" pitchFamily="34" charset="-122"/>
                <a:cs typeface="+mn-cs"/>
              </a:rPr>
              <a:t>滤波电路</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23563"/>
                                        </p:tgtEl>
                                        <p:attrNameLst>
                                          <p:attrName>style.visibility</p:attrName>
                                        </p:attrNameLst>
                                      </p:cBhvr>
                                      <p:to>
                                        <p:strVal val="visible"/>
                                      </p:to>
                                    </p:set>
                                    <p:anim calcmode="lin" valueType="num">
                                      <p:cBhvr additive="base">
                                        <p:cTn id="7" dur="500" fill="hold"/>
                                        <p:tgtEl>
                                          <p:spTgt spid="23563"/>
                                        </p:tgtEl>
                                        <p:attrNameLst>
                                          <p:attrName>ppt_x</p:attrName>
                                        </p:attrNameLst>
                                      </p:cBhvr>
                                      <p:tavLst>
                                        <p:tav tm="0">
                                          <p:val>
                                            <p:strVal val="0-#ppt_w/2"/>
                                          </p:val>
                                        </p:tav>
                                        <p:tav tm="100000">
                                          <p:val>
                                            <p:strVal val="#ppt_x"/>
                                          </p:val>
                                        </p:tav>
                                      </p:tavLst>
                                    </p:anim>
                                    <p:anim calcmode="lin" valueType="num">
                                      <p:cBhvr additive="base">
                                        <p:cTn id="8" dur="500" fill="hold"/>
                                        <p:tgtEl>
                                          <p:spTgt spid="23563"/>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2" fill="hold" nodeType="afterEffect">
                                  <p:stCondLst>
                                    <p:cond delay="0"/>
                                  </p:stCondLst>
                                  <p:childTnLst>
                                    <p:set>
                                      <p:cBhvr>
                                        <p:cTn id="11" dur="1" fill="hold">
                                          <p:stCondLst>
                                            <p:cond delay="0"/>
                                          </p:stCondLst>
                                        </p:cTn>
                                        <p:tgtEl>
                                          <p:spTgt spid="23568"/>
                                        </p:tgtEl>
                                        <p:attrNameLst>
                                          <p:attrName>style.visibility</p:attrName>
                                        </p:attrNameLst>
                                      </p:cBhvr>
                                      <p:to>
                                        <p:strVal val="visible"/>
                                      </p:to>
                                    </p:set>
                                    <p:anim calcmode="lin" valueType="num">
                                      <p:cBhvr additive="base">
                                        <p:cTn id="12" dur="500" fill="hold"/>
                                        <p:tgtEl>
                                          <p:spTgt spid="23568"/>
                                        </p:tgtEl>
                                        <p:attrNameLst>
                                          <p:attrName>ppt_x</p:attrName>
                                        </p:attrNameLst>
                                      </p:cBhvr>
                                      <p:tavLst>
                                        <p:tav tm="0">
                                          <p:val>
                                            <p:strVal val="1+#ppt_w/2"/>
                                          </p:val>
                                        </p:tav>
                                        <p:tav tm="100000">
                                          <p:val>
                                            <p:strVal val="#ppt_x"/>
                                          </p:val>
                                        </p:tav>
                                      </p:tavLst>
                                    </p:anim>
                                    <p:anim calcmode="lin" valueType="num">
                                      <p:cBhvr additive="base">
                                        <p:cTn id="13" dur="500" fill="hold"/>
                                        <p:tgtEl>
                                          <p:spTgt spid="23568"/>
                                        </p:tgtEl>
                                        <p:attrNameLst>
                                          <p:attrName>ppt_y</p:attrName>
                                        </p:attrNameLst>
                                      </p:cBhvr>
                                      <p:tavLst>
                                        <p:tav tm="0">
                                          <p:val>
                                            <p:strVal val="#ppt_y"/>
                                          </p:val>
                                        </p:tav>
                                        <p:tav tm="100000">
                                          <p:val>
                                            <p:strVal val="#ppt_y"/>
                                          </p:val>
                                        </p:tav>
                                      </p:tavLst>
                                    </p:anim>
                                  </p:childTnLst>
                                </p:cTn>
                              </p:par>
                            </p:childTnLst>
                          </p:cTn>
                        </p:par>
                        <p:par>
                          <p:cTn id="14" fill="hold">
                            <p:stCondLst>
                              <p:cond delay="1000"/>
                            </p:stCondLst>
                            <p:childTnLst>
                              <p:par>
                                <p:cTn id="15" presetID="2" presetClass="entr" presetSubtype="4" fill="hold" grpId="0" nodeType="afterEffect">
                                  <p:stCondLst>
                                    <p:cond delay="0"/>
                                  </p:stCondLst>
                                  <p:childTnLst>
                                    <p:set>
                                      <p:cBhvr>
                                        <p:cTn id="16" dur="1" fill="hold">
                                          <p:stCondLst>
                                            <p:cond delay="0"/>
                                          </p:stCondLst>
                                        </p:cTn>
                                        <p:tgtEl>
                                          <p:spTgt spid="23566"/>
                                        </p:tgtEl>
                                        <p:attrNameLst>
                                          <p:attrName>style.visibility</p:attrName>
                                        </p:attrNameLst>
                                      </p:cBhvr>
                                      <p:to>
                                        <p:strVal val="visible"/>
                                      </p:to>
                                    </p:set>
                                    <p:anim calcmode="lin" valueType="num">
                                      <p:cBhvr additive="base">
                                        <p:cTn id="17" dur="500" fill="hold"/>
                                        <p:tgtEl>
                                          <p:spTgt spid="23566"/>
                                        </p:tgtEl>
                                        <p:attrNameLst>
                                          <p:attrName>ppt_x</p:attrName>
                                        </p:attrNameLst>
                                      </p:cBhvr>
                                      <p:tavLst>
                                        <p:tav tm="0">
                                          <p:val>
                                            <p:strVal val="#ppt_x"/>
                                          </p:val>
                                        </p:tav>
                                        <p:tav tm="100000">
                                          <p:val>
                                            <p:strVal val="#ppt_x"/>
                                          </p:val>
                                        </p:tav>
                                      </p:tavLst>
                                    </p:anim>
                                    <p:anim calcmode="lin" valueType="num">
                                      <p:cBhvr additive="base">
                                        <p:cTn id="18" dur="500" fill="hold"/>
                                        <p:tgtEl>
                                          <p:spTgt spid="2356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66"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ext Box 29"/>
          <p:cNvSpPr txBox="1"/>
          <p:nvPr/>
        </p:nvSpPr>
        <p:spPr>
          <a:xfrm>
            <a:off x="265113" y="1030288"/>
            <a:ext cx="3276600" cy="585787"/>
          </a:xfrm>
          <a:prstGeom prst="rect">
            <a:avLst/>
          </a:prstGeom>
          <a:noFill/>
          <a:ln w="38100">
            <a:noFill/>
          </a:ln>
        </p:spPr>
        <p:txBody>
          <a:bodyPr wrap="none" anchor="ctr" anchorCtr="0">
            <a:spAutoFit/>
          </a:bodyPr>
          <a:lstStyle/>
          <a:p>
            <a:pPr algn="ctr" eaLnBrk="1" hangingPunct="1">
              <a:spcBef>
                <a:spcPct val="50000"/>
              </a:spcBef>
            </a:pPr>
            <a:r>
              <a:rPr lang="zh-CN" altLang="en-US" sz="3200" dirty="0">
                <a:solidFill>
                  <a:srgbClr val="0000FF"/>
                </a:solidFill>
                <a:latin typeface="宋体" panose="02010600030101010101" pitchFamily="2" charset="-122"/>
                <a:ea typeface="宋体" panose="02010600030101010101" pitchFamily="2" charset="-122"/>
              </a:rPr>
              <a:t>稳压电路的作用</a:t>
            </a:r>
            <a:r>
              <a:rPr lang="en-US" altLang="zh-CN" sz="3200" dirty="0">
                <a:solidFill>
                  <a:srgbClr val="0000FF"/>
                </a:solidFill>
                <a:latin typeface="宋体" panose="02010600030101010101" pitchFamily="2" charset="-122"/>
                <a:ea typeface="宋体" panose="02010600030101010101" pitchFamily="2" charset="-122"/>
              </a:rPr>
              <a:t>:</a:t>
            </a:r>
          </a:p>
        </p:txBody>
      </p:sp>
      <p:grpSp>
        <p:nvGrpSpPr>
          <p:cNvPr id="22531" name="组合 42"/>
          <p:cNvGrpSpPr/>
          <p:nvPr/>
        </p:nvGrpSpPr>
        <p:grpSpPr>
          <a:xfrm>
            <a:off x="304800" y="2765425"/>
            <a:ext cx="8726488" cy="1938338"/>
            <a:chOff x="304800" y="3052763"/>
            <a:chExt cx="8726256" cy="1938337"/>
          </a:xfrm>
        </p:grpSpPr>
        <p:sp>
          <p:nvSpPr>
            <p:cNvPr id="22533" name="AutoShape 30"/>
            <p:cNvSpPr/>
            <p:nvPr/>
          </p:nvSpPr>
          <p:spPr>
            <a:xfrm>
              <a:off x="370055" y="3094038"/>
              <a:ext cx="959094" cy="1006475"/>
            </a:xfrm>
            <a:prstGeom prst="flowChartAlternateProcess">
              <a:avLst/>
            </a:prstGeom>
            <a:noFill/>
            <a:ln w="3175" cap="flat" cmpd="sng">
              <a:solidFill>
                <a:srgbClr val="FF0000"/>
              </a:solidFill>
              <a:prstDash val="solid"/>
              <a:miter/>
              <a:headEnd type="none" w="med" len="med"/>
              <a:tailEnd type="none" w="med" len="med"/>
            </a:ln>
          </p:spPr>
          <p:txBody>
            <a:bodyPr wrap="none" anchor="ctr" anchorCtr="0">
              <a:spAutoFit/>
            </a:bodyPr>
            <a:lstStyle/>
            <a:p>
              <a:pPr algn="ctr" eaLnBrk="1" hangingPunct="1"/>
              <a:r>
                <a:rPr lang="zh-CN" altLang="en-US" sz="2800" dirty="0">
                  <a:latin typeface="宋体" panose="02010600030101010101" pitchFamily="2" charset="-122"/>
                  <a:ea typeface="宋体" panose="02010600030101010101" pitchFamily="2" charset="-122"/>
                </a:rPr>
                <a:t>交流</a:t>
              </a:r>
            </a:p>
            <a:p>
              <a:pPr algn="ctr" eaLnBrk="1" hangingPunct="1"/>
              <a:r>
                <a:rPr lang="zh-CN" altLang="en-US" sz="2800" dirty="0">
                  <a:latin typeface="宋体" panose="02010600030101010101" pitchFamily="2" charset="-122"/>
                  <a:ea typeface="宋体" panose="02010600030101010101" pitchFamily="2" charset="-122"/>
                </a:rPr>
                <a:t>电压</a:t>
              </a:r>
            </a:p>
          </p:txBody>
        </p:sp>
        <p:sp>
          <p:nvSpPr>
            <p:cNvPr id="22534" name="AutoShape 31"/>
            <p:cNvSpPr/>
            <p:nvPr/>
          </p:nvSpPr>
          <p:spPr>
            <a:xfrm>
              <a:off x="2471879" y="3124200"/>
              <a:ext cx="1684066" cy="1017587"/>
            </a:xfrm>
            <a:prstGeom prst="flowChartAlternateProcess">
              <a:avLst/>
            </a:prstGeom>
            <a:noFill/>
            <a:ln w="3175" cap="flat" cmpd="sng">
              <a:solidFill>
                <a:srgbClr val="FF0000"/>
              </a:solidFill>
              <a:prstDash val="solid"/>
              <a:miter/>
              <a:headEnd type="none" w="med" len="med"/>
              <a:tailEnd type="none" w="med" len="med"/>
            </a:ln>
          </p:spPr>
          <p:txBody>
            <a:bodyPr wrap="none" anchor="ctr" anchorCtr="0">
              <a:spAutoFit/>
            </a:bodyPr>
            <a:lstStyle/>
            <a:p>
              <a:pPr algn="ctr" eaLnBrk="1" hangingPunct="1"/>
              <a:r>
                <a:rPr lang="zh-CN" altLang="en-US" sz="2800" dirty="0">
                  <a:latin typeface="宋体" panose="02010600030101010101" pitchFamily="2" charset="-122"/>
                  <a:ea typeface="宋体" panose="02010600030101010101" pitchFamily="2" charset="-122"/>
                </a:rPr>
                <a:t>脉动</a:t>
              </a:r>
            </a:p>
            <a:p>
              <a:pPr algn="ctr" eaLnBrk="1" hangingPunct="1"/>
              <a:r>
                <a:rPr lang="zh-CN" altLang="en-US" sz="2800" dirty="0">
                  <a:latin typeface="宋体" panose="02010600030101010101" pitchFamily="2" charset="-122"/>
                  <a:ea typeface="宋体" panose="02010600030101010101" pitchFamily="2" charset="-122"/>
                </a:rPr>
                <a:t>直流电压</a:t>
              </a:r>
            </a:p>
          </p:txBody>
        </p:sp>
        <p:grpSp>
          <p:nvGrpSpPr>
            <p:cNvPr id="22535" name="Group 32"/>
            <p:cNvGrpSpPr/>
            <p:nvPr/>
          </p:nvGrpSpPr>
          <p:grpSpPr>
            <a:xfrm>
              <a:off x="1376643" y="3089275"/>
              <a:ext cx="1054358" cy="787400"/>
              <a:chOff x="1499" y="828"/>
              <a:chExt cx="653" cy="496"/>
            </a:xfrm>
          </p:grpSpPr>
          <p:sp>
            <p:nvSpPr>
              <p:cNvPr id="22565" name="Rectangle 33"/>
              <p:cNvSpPr/>
              <p:nvPr/>
            </p:nvSpPr>
            <p:spPr>
              <a:xfrm>
                <a:off x="1588" y="828"/>
                <a:ext cx="493" cy="288"/>
              </a:xfrm>
              <a:prstGeom prst="rect">
                <a:avLst/>
              </a:prstGeom>
              <a:noFill/>
              <a:ln w="3175">
                <a:noFill/>
              </a:ln>
            </p:spPr>
            <p:txBody>
              <a:bodyPr wrap="none" anchor="ctr" anchorCtr="0">
                <a:spAutoFit/>
              </a:bodyPr>
              <a:lstStyle/>
              <a:p>
                <a:pPr algn="ctr" eaLnBrk="1" hangingPunct="1"/>
                <a:r>
                  <a:rPr lang="zh-CN" altLang="en-US" dirty="0">
                    <a:latin typeface="楷体_GB2312"/>
                    <a:ea typeface="楷体_GB2312"/>
                  </a:rPr>
                  <a:t>整流</a:t>
                </a:r>
              </a:p>
            </p:txBody>
          </p:sp>
          <p:sp>
            <p:nvSpPr>
              <p:cNvPr id="22566" name="AutoShape 34"/>
              <p:cNvSpPr/>
              <p:nvPr/>
            </p:nvSpPr>
            <p:spPr>
              <a:xfrm>
                <a:off x="1499" y="1059"/>
                <a:ext cx="653" cy="265"/>
              </a:xfrm>
              <a:prstGeom prst="notchedRightArrow">
                <a:avLst>
                  <a:gd name="adj1" fmla="val 50000"/>
                  <a:gd name="adj2" fmla="val 61603"/>
                </a:avLst>
              </a:prstGeom>
              <a:gradFill rotWithShape="0">
                <a:gsLst>
                  <a:gs pos="0">
                    <a:srgbClr val="000000"/>
                  </a:gs>
                  <a:gs pos="50000">
                    <a:srgbClr val="FF0000"/>
                  </a:gs>
                  <a:gs pos="100000">
                    <a:srgbClr val="000000"/>
                  </a:gs>
                </a:gsLst>
                <a:lin ang="0" scaled="1"/>
                <a:tileRect/>
              </a:gradFill>
              <a:ln w="3175">
                <a:noFill/>
              </a:ln>
            </p:spPr>
            <p:txBody>
              <a:bodyPr wrap="none" anchor="ctr" anchorCtr="0"/>
              <a:lstStyle/>
              <a:p>
                <a:pPr algn="ctr" eaLnBrk="1" hangingPunct="1">
                  <a:spcBef>
                    <a:spcPct val="50000"/>
                  </a:spcBef>
                </a:pPr>
                <a:endParaRPr lang="zh-CN" altLang="en-US" sz="2800" dirty="0">
                  <a:latin typeface="Times New Roman" panose="02020603050405020304" pitchFamily="18" charset="0"/>
                  <a:ea typeface="楷体_GB2312"/>
                </a:endParaRPr>
              </a:p>
            </p:txBody>
          </p:sp>
        </p:grpSp>
        <p:grpSp>
          <p:nvGrpSpPr>
            <p:cNvPr id="22536" name="Group 35"/>
            <p:cNvGrpSpPr/>
            <p:nvPr/>
          </p:nvGrpSpPr>
          <p:grpSpPr>
            <a:xfrm>
              <a:off x="4192806" y="3071813"/>
              <a:ext cx="1054358" cy="762000"/>
              <a:chOff x="3537" y="817"/>
              <a:chExt cx="653" cy="480"/>
            </a:xfrm>
          </p:grpSpPr>
          <p:sp>
            <p:nvSpPr>
              <p:cNvPr id="22563" name="AutoShape 36"/>
              <p:cNvSpPr/>
              <p:nvPr/>
            </p:nvSpPr>
            <p:spPr>
              <a:xfrm>
                <a:off x="3537" y="1032"/>
                <a:ext cx="653" cy="265"/>
              </a:xfrm>
              <a:prstGeom prst="notchedRightArrow">
                <a:avLst>
                  <a:gd name="adj1" fmla="val 50000"/>
                  <a:gd name="adj2" fmla="val 61603"/>
                </a:avLst>
              </a:prstGeom>
              <a:gradFill rotWithShape="0">
                <a:gsLst>
                  <a:gs pos="0">
                    <a:srgbClr val="000000"/>
                  </a:gs>
                  <a:gs pos="50000">
                    <a:srgbClr val="FF0000"/>
                  </a:gs>
                  <a:gs pos="100000">
                    <a:srgbClr val="000000"/>
                  </a:gs>
                </a:gsLst>
                <a:lin ang="0" scaled="1"/>
                <a:tileRect/>
              </a:gradFill>
              <a:ln w="3175">
                <a:noFill/>
              </a:ln>
            </p:spPr>
            <p:txBody>
              <a:bodyPr wrap="none" anchor="ctr" anchorCtr="0"/>
              <a:lstStyle/>
              <a:p>
                <a:pPr algn="ctr" eaLnBrk="1" hangingPunct="1">
                  <a:spcBef>
                    <a:spcPct val="50000"/>
                  </a:spcBef>
                </a:pPr>
                <a:endParaRPr lang="zh-CN" altLang="en-US" sz="2800" dirty="0">
                  <a:latin typeface="Times New Roman" panose="02020603050405020304" pitchFamily="18" charset="0"/>
                  <a:ea typeface="楷体_GB2312"/>
                </a:endParaRPr>
              </a:p>
            </p:txBody>
          </p:sp>
          <p:sp>
            <p:nvSpPr>
              <p:cNvPr id="22564" name="Rectangle 37"/>
              <p:cNvSpPr/>
              <p:nvPr/>
            </p:nvSpPr>
            <p:spPr>
              <a:xfrm>
                <a:off x="3620" y="817"/>
                <a:ext cx="493" cy="288"/>
              </a:xfrm>
              <a:prstGeom prst="rect">
                <a:avLst/>
              </a:prstGeom>
              <a:noFill/>
              <a:ln w="3175">
                <a:noFill/>
              </a:ln>
            </p:spPr>
            <p:txBody>
              <a:bodyPr wrap="none" anchor="ctr" anchorCtr="0">
                <a:spAutoFit/>
              </a:bodyPr>
              <a:lstStyle/>
              <a:p>
                <a:pPr algn="ctr" eaLnBrk="1" hangingPunct="1"/>
                <a:r>
                  <a:rPr lang="zh-CN" altLang="en-US" dirty="0">
                    <a:latin typeface="楷体_GB2312"/>
                    <a:ea typeface="楷体_GB2312"/>
                  </a:rPr>
                  <a:t>滤波</a:t>
                </a:r>
              </a:p>
            </p:txBody>
          </p:sp>
        </p:grpSp>
        <p:sp>
          <p:nvSpPr>
            <p:cNvPr id="22537" name="AutoShape 38"/>
            <p:cNvSpPr/>
            <p:nvPr/>
          </p:nvSpPr>
          <p:spPr>
            <a:xfrm>
              <a:off x="5262089" y="3146425"/>
              <a:ext cx="1684066" cy="1017587"/>
            </a:xfrm>
            <a:prstGeom prst="flowChartAlternateProcess">
              <a:avLst/>
            </a:prstGeom>
            <a:noFill/>
            <a:ln w="3175" cap="flat" cmpd="sng">
              <a:solidFill>
                <a:srgbClr val="FF0000"/>
              </a:solidFill>
              <a:prstDash val="solid"/>
              <a:miter/>
              <a:headEnd type="none" w="med" len="med"/>
              <a:tailEnd type="none" w="med" len="med"/>
            </a:ln>
          </p:spPr>
          <p:txBody>
            <a:bodyPr wrap="none" anchor="ctr" anchorCtr="0">
              <a:spAutoFit/>
            </a:bodyPr>
            <a:lstStyle/>
            <a:p>
              <a:pPr algn="ctr" eaLnBrk="1" hangingPunct="1"/>
              <a:r>
                <a:rPr lang="zh-CN" altLang="en-US" sz="2800" dirty="0">
                  <a:latin typeface="宋体" panose="02010600030101010101" pitchFamily="2" charset="-122"/>
                  <a:ea typeface="宋体" panose="02010600030101010101" pitchFamily="2" charset="-122"/>
                </a:rPr>
                <a:t>有波纹的</a:t>
              </a:r>
            </a:p>
            <a:p>
              <a:pPr algn="ctr" eaLnBrk="1" hangingPunct="1"/>
              <a:r>
                <a:rPr lang="zh-CN" altLang="en-US" sz="2800" dirty="0">
                  <a:latin typeface="宋体" panose="02010600030101010101" pitchFamily="2" charset="-122"/>
                  <a:ea typeface="宋体" panose="02010600030101010101" pitchFamily="2" charset="-122"/>
                </a:rPr>
                <a:t>直流电压</a:t>
              </a:r>
            </a:p>
          </p:txBody>
        </p:sp>
        <p:grpSp>
          <p:nvGrpSpPr>
            <p:cNvPr id="22538" name="Group 40"/>
            <p:cNvGrpSpPr/>
            <p:nvPr/>
          </p:nvGrpSpPr>
          <p:grpSpPr>
            <a:xfrm>
              <a:off x="2658940" y="4325938"/>
              <a:ext cx="1522602" cy="601662"/>
              <a:chOff x="2286" y="1873"/>
              <a:chExt cx="943" cy="379"/>
            </a:xfrm>
          </p:grpSpPr>
          <p:sp>
            <p:nvSpPr>
              <p:cNvPr id="22558" name="Line 41"/>
              <p:cNvSpPr/>
              <p:nvPr/>
            </p:nvSpPr>
            <p:spPr>
              <a:xfrm flipV="1">
                <a:off x="2314" y="1873"/>
                <a:ext cx="0" cy="379"/>
              </a:xfrm>
              <a:prstGeom prst="line">
                <a:avLst/>
              </a:prstGeom>
              <a:ln w="28575" cap="flat" cmpd="sng">
                <a:solidFill>
                  <a:schemeClr val="tx1"/>
                </a:solidFill>
                <a:prstDash val="solid"/>
                <a:headEnd type="none" w="med" len="med"/>
                <a:tailEnd type="triangle" w="med" len="med"/>
              </a:ln>
            </p:spPr>
          </p:sp>
          <p:sp>
            <p:nvSpPr>
              <p:cNvPr id="22559" name="Line 42"/>
              <p:cNvSpPr/>
              <p:nvPr/>
            </p:nvSpPr>
            <p:spPr>
              <a:xfrm>
                <a:off x="2286" y="2197"/>
                <a:ext cx="943" cy="0"/>
              </a:xfrm>
              <a:prstGeom prst="line">
                <a:avLst/>
              </a:prstGeom>
              <a:ln w="28575" cap="flat" cmpd="sng">
                <a:solidFill>
                  <a:schemeClr val="tx1"/>
                </a:solidFill>
                <a:prstDash val="solid"/>
                <a:headEnd type="none" w="med" len="med"/>
                <a:tailEnd type="triangle" w="med" len="med"/>
              </a:ln>
            </p:spPr>
          </p:sp>
          <p:sp>
            <p:nvSpPr>
              <p:cNvPr id="22560" name="Freeform 43"/>
              <p:cNvSpPr/>
              <p:nvPr/>
            </p:nvSpPr>
            <p:spPr>
              <a:xfrm>
                <a:off x="2321" y="1970"/>
                <a:ext cx="260" cy="230"/>
              </a:xfrm>
              <a:custGeom>
                <a:avLst/>
                <a:gdLst>
                  <a:gd name="txL" fmla="*/ 0 w 488"/>
                  <a:gd name="txT" fmla="*/ 0 h 408"/>
                  <a:gd name="txR" fmla="*/ 488 w 488"/>
                  <a:gd name="txB" fmla="*/ 408 h 408"/>
                </a:gdLst>
                <a:ahLst/>
                <a:cxnLst>
                  <a:cxn ang="0">
                    <a:pos x="0" y="1"/>
                  </a:cxn>
                  <a:cxn ang="0">
                    <a:pos x="1" y="0"/>
                  </a:cxn>
                  <a:cxn ang="0">
                    <a:pos x="1" y="1"/>
                  </a:cxn>
                </a:cxnLst>
                <a:rect l="txL" t="txT" r="txR" b="txB"/>
                <a:pathLst>
                  <a:path w="488" h="408">
                    <a:moveTo>
                      <a:pt x="0" y="408"/>
                    </a:moveTo>
                    <a:cubicBezTo>
                      <a:pt x="75" y="204"/>
                      <a:pt x="151" y="0"/>
                      <a:pt x="232" y="0"/>
                    </a:cubicBezTo>
                    <a:cubicBezTo>
                      <a:pt x="313" y="0"/>
                      <a:pt x="400" y="204"/>
                      <a:pt x="488" y="408"/>
                    </a:cubicBezTo>
                  </a:path>
                </a:pathLst>
              </a:custGeom>
              <a:noFill/>
              <a:ln w="38100" cap="flat" cmpd="sng">
                <a:solidFill>
                  <a:srgbClr val="FF0000">
                    <a:alpha val="100000"/>
                  </a:srgbClr>
                </a:solidFill>
                <a:prstDash val="solid"/>
                <a:round/>
                <a:headEnd type="none" w="med" len="med"/>
                <a:tailEnd type="none" w="med" len="med"/>
              </a:ln>
            </p:spPr>
            <p:txBody>
              <a:bodyPr/>
              <a:lstStyle/>
              <a:p>
                <a:endParaRPr lang="zh-CN" altLang="en-US"/>
              </a:p>
            </p:txBody>
          </p:sp>
          <p:sp>
            <p:nvSpPr>
              <p:cNvPr id="22561" name="Freeform 44"/>
              <p:cNvSpPr/>
              <p:nvPr/>
            </p:nvSpPr>
            <p:spPr>
              <a:xfrm>
                <a:off x="2593" y="1975"/>
                <a:ext cx="260" cy="229"/>
              </a:xfrm>
              <a:custGeom>
                <a:avLst/>
                <a:gdLst>
                  <a:gd name="txL" fmla="*/ 0 w 488"/>
                  <a:gd name="txT" fmla="*/ 0 h 408"/>
                  <a:gd name="txR" fmla="*/ 488 w 488"/>
                  <a:gd name="txB" fmla="*/ 408 h 408"/>
                </a:gdLst>
                <a:ahLst/>
                <a:cxnLst>
                  <a:cxn ang="0">
                    <a:pos x="0" y="1"/>
                  </a:cxn>
                  <a:cxn ang="0">
                    <a:pos x="1" y="0"/>
                  </a:cxn>
                  <a:cxn ang="0">
                    <a:pos x="1" y="1"/>
                  </a:cxn>
                </a:cxnLst>
                <a:rect l="txL" t="txT" r="txR" b="txB"/>
                <a:pathLst>
                  <a:path w="488" h="408">
                    <a:moveTo>
                      <a:pt x="0" y="408"/>
                    </a:moveTo>
                    <a:cubicBezTo>
                      <a:pt x="75" y="204"/>
                      <a:pt x="151" y="0"/>
                      <a:pt x="232" y="0"/>
                    </a:cubicBezTo>
                    <a:cubicBezTo>
                      <a:pt x="313" y="0"/>
                      <a:pt x="400" y="204"/>
                      <a:pt x="488" y="408"/>
                    </a:cubicBezTo>
                  </a:path>
                </a:pathLst>
              </a:custGeom>
              <a:noFill/>
              <a:ln w="38100" cap="flat" cmpd="sng">
                <a:solidFill>
                  <a:srgbClr val="FF0000">
                    <a:alpha val="100000"/>
                  </a:srgbClr>
                </a:solidFill>
                <a:prstDash val="solid"/>
                <a:round/>
                <a:headEnd type="none" w="med" len="med"/>
                <a:tailEnd type="none" w="med" len="med"/>
              </a:ln>
            </p:spPr>
            <p:txBody>
              <a:bodyPr/>
              <a:lstStyle/>
              <a:p>
                <a:endParaRPr lang="zh-CN" altLang="en-US"/>
              </a:p>
            </p:txBody>
          </p:sp>
          <p:sp>
            <p:nvSpPr>
              <p:cNvPr id="22562" name="Freeform 45"/>
              <p:cNvSpPr/>
              <p:nvPr/>
            </p:nvSpPr>
            <p:spPr>
              <a:xfrm>
                <a:off x="2854" y="1969"/>
                <a:ext cx="261" cy="229"/>
              </a:xfrm>
              <a:custGeom>
                <a:avLst/>
                <a:gdLst>
                  <a:gd name="txL" fmla="*/ 0 w 488"/>
                  <a:gd name="txT" fmla="*/ 0 h 408"/>
                  <a:gd name="txR" fmla="*/ 488 w 488"/>
                  <a:gd name="txB" fmla="*/ 408 h 408"/>
                </a:gdLst>
                <a:ahLst/>
                <a:cxnLst>
                  <a:cxn ang="0">
                    <a:pos x="0" y="1"/>
                  </a:cxn>
                  <a:cxn ang="0">
                    <a:pos x="1" y="0"/>
                  </a:cxn>
                  <a:cxn ang="0">
                    <a:pos x="1" y="1"/>
                  </a:cxn>
                </a:cxnLst>
                <a:rect l="txL" t="txT" r="txR" b="txB"/>
                <a:pathLst>
                  <a:path w="488" h="408">
                    <a:moveTo>
                      <a:pt x="0" y="408"/>
                    </a:moveTo>
                    <a:cubicBezTo>
                      <a:pt x="75" y="204"/>
                      <a:pt x="151" y="0"/>
                      <a:pt x="232" y="0"/>
                    </a:cubicBezTo>
                    <a:cubicBezTo>
                      <a:pt x="313" y="0"/>
                      <a:pt x="400" y="204"/>
                      <a:pt x="488" y="408"/>
                    </a:cubicBezTo>
                  </a:path>
                </a:pathLst>
              </a:custGeom>
              <a:noFill/>
              <a:ln w="38100" cap="flat" cmpd="sng">
                <a:solidFill>
                  <a:srgbClr val="FF0000">
                    <a:alpha val="100000"/>
                  </a:srgbClr>
                </a:solidFill>
                <a:prstDash val="solid"/>
                <a:round/>
                <a:headEnd type="none" w="med" len="med"/>
                <a:tailEnd type="none" w="med" len="med"/>
              </a:ln>
            </p:spPr>
            <p:txBody>
              <a:bodyPr/>
              <a:lstStyle/>
              <a:p>
                <a:endParaRPr lang="zh-CN" altLang="en-US"/>
              </a:p>
            </p:txBody>
          </p:sp>
        </p:grpSp>
        <p:grpSp>
          <p:nvGrpSpPr>
            <p:cNvPr id="22539" name="Group 46"/>
            <p:cNvGrpSpPr/>
            <p:nvPr/>
          </p:nvGrpSpPr>
          <p:grpSpPr>
            <a:xfrm>
              <a:off x="5352154" y="4268788"/>
              <a:ext cx="1522602" cy="601662"/>
              <a:chOff x="4266" y="1573"/>
              <a:chExt cx="943" cy="379"/>
            </a:xfrm>
          </p:grpSpPr>
          <p:sp>
            <p:nvSpPr>
              <p:cNvPr id="22555" name="Line 47"/>
              <p:cNvSpPr/>
              <p:nvPr/>
            </p:nvSpPr>
            <p:spPr>
              <a:xfrm flipV="1">
                <a:off x="4294" y="1573"/>
                <a:ext cx="0" cy="379"/>
              </a:xfrm>
              <a:prstGeom prst="line">
                <a:avLst/>
              </a:prstGeom>
              <a:ln w="28575" cap="flat" cmpd="sng">
                <a:solidFill>
                  <a:schemeClr val="tx1"/>
                </a:solidFill>
                <a:prstDash val="solid"/>
                <a:headEnd type="none" w="med" len="med"/>
                <a:tailEnd type="triangle" w="med" len="med"/>
              </a:ln>
            </p:spPr>
          </p:sp>
          <p:sp>
            <p:nvSpPr>
              <p:cNvPr id="22556" name="Line 48"/>
              <p:cNvSpPr/>
              <p:nvPr/>
            </p:nvSpPr>
            <p:spPr>
              <a:xfrm>
                <a:off x="4266" y="1897"/>
                <a:ext cx="943" cy="0"/>
              </a:xfrm>
              <a:prstGeom prst="line">
                <a:avLst/>
              </a:prstGeom>
              <a:ln w="28575" cap="flat" cmpd="sng">
                <a:solidFill>
                  <a:schemeClr val="tx1"/>
                </a:solidFill>
                <a:prstDash val="solid"/>
                <a:headEnd type="none" w="med" len="med"/>
                <a:tailEnd type="triangle" w="med" len="med"/>
              </a:ln>
            </p:spPr>
          </p:sp>
          <p:sp>
            <p:nvSpPr>
              <p:cNvPr id="22557" name="Freeform 49"/>
              <p:cNvSpPr/>
              <p:nvPr/>
            </p:nvSpPr>
            <p:spPr>
              <a:xfrm>
                <a:off x="4302" y="1757"/>
                <a:ext cx="792" cy="37"/>
              </a:xfrm>
              <a:custGeom>
                <a:avLst/>
                <a:gdLst>
                  <a:gd name="txL" fmla="*/ 0 w 792"/>
                  <a:gd name="txT" fmla="*/ 0 h 37"/>
                  <a:gd name="txR" fmla="*/ 792 w 792"/>
                  <a:gd name="txB" fmla="*/ 37 h 37"/>
                </a:gdLst>
                <a:ahLst/>
                <a:cxnLst>
                  <a:cxn ang="0">
                    <a:pos x="0" y="31"/>
                  </a:cxn>
                  <a:cxn ang="0">
                    <a:pos x="126" y="1"/>
                  </a:cxn>
                  <a:cxn ang="0">
                    <a:pos x="270" y="37"/>
                  </a:cxn>
                  <a:cxn ang="0">
                    <a:pos x="402" y="1"/>
                  </a:cxn>
                  <a:cxn ang="0">
                    <a:pos x="528" y="31"/>
                  </a:cxn>
                  <a:cxn ang="0">
                    <a:pos x="654" y="1"/>
                  </a:cxn>
                  <a:cxn ang="0">
                    <a:pos x="792" y="25"/>
                  </a:cxn>
                </a:cxnLst>
                <a:rect l="txL" t="txT" r="txR" b="txB"/>
                <a:pathLst>
                  <a:path w="792" h="37">
                    <a:moveTo>
                      <a:pt x="0" y="31"/>
                    </a:moveTo>
                    <a:cubicBezTo>
                      <a:pt x="40" y="15"/>
                      <a:pt x="81" y="0"/>
                      <a:pt x="126" y="1"/>
                    </a:cubicBezTo>
                    <a:cubicBezTo>
                      <a:pt x="171" y="2"/>
                      <a:pt x="224" y="37"/>
                      <a:pt x="270" y="37"/>
                    </a:cubicBezTo>
                    <a:cubicBezTo>
                      <a:pt x="316" y="37"/>
                      <a:pt x="359" y="2"/>
                      <a:pt x="402" y="1"/>
                    </a:cubicBezTo>
                    <a:cubicBezTo>
                      <a:pt x="445" y="0"/>
                      <a:pt x="486" y="31"/>
                      <a:pt x="528" y="31"/>
                    </a:cubicBezTo>
                    <a:cubicBezTo>
                      <a:pt x="570" y="31"/>
                      <a:pt x="610" y="2"/>
                      <a:pt x="654" y="1"/>
                    </a:cubicBezTo>
                    <a:cubicBezTo>
                      <a:pt x="698" y="0"/>
                      <a:pt x="767" y="21"/>
                      <a:pt x="792" y="25"/>
                    </a:cubicBezTo>
                  </a:path>
                </a:pathLst>
              </a:custGeom>
              <a:noFill/>
              <a:ln w="38100" cap="flat" cmpd="sng">
                <a:solidFill>
                  <a:srgbClr val="FF33CC">
                    <a:alpha val="100000"/>
                  </a:srgbClr>
                </a:solidFill>
                <a:prstDash val="solid"/>
                <a:round/>
                <a:headEnd type="none" w="med" len="med"/>
                <a:tailEnd type="none" w="med" len="med"/>
              </a:ln>
            </p:spPr>
            <p:txBody>
              <a:bodyPr/>
              <a:lstStyle/>
              <a:p>
                <a:endParaRPr lang="zh-CN" altLang="en-US"/>
              </a:p>
            </p:txBody>
          </p:sp>
        </p:grpSp>
        <p:grpSp>
          <p:nvGrpSpPr>
            <p:cNvPr id="22540" name="Group 50"/>
            <p:cNvGrpSpPr/>
            <p:nvPr/>
          </p:nvGrpSpPr>
          <p:grpSpPr>
            <a:xfrm>
              <a:off x="304800" y="4095750"/>
              <a:ext cx="1666305" cy="895350"/>
              <a:chOff x="1800" y="1164"/>
              <a:chExt cx="1032" cy="564"/>
            </a:xfrm>
          </p:grpSpPr>
          <p:grpSp>
            <p:nvGrpSpPr>
              <p:cNvPr id="22548" name="Group 51"/>
              <p:cNvGrpSpPr/>
              <p:nvPr/>
            </p:nvGrpSpPr>
            <p:grpSpPr>
              <a:xfrm>
                <a:off x="1860" y="1284"/>
                <a:ext cx="828" cy="444"/>
                <a:chOff x="792" y="616"/>
                <a:chExt cx="1980" cy="816"/>
              </a:xfrm>
            </p:grpSpPr>
            <p:sp>
              <p:nvSpPr>
                <p:cNvPr id="22551" name="Freeform 52"/>
                <p:cNvSpPr/>
                <p:nvPr/>
              </p:nvSpPr>
              <p:spPr>
                <a:xfrm>
                  <a:off x="792" y="616"/>
                  <a:ext cx="488" cy="408"/>
                </a:xfrm>
                <a:custGeom>
                  <a:avLst/>
                  <a:gdLst>
                    <a:gd name="txL" fmla="*/ 0 w 488"/>
                    <a:gd name="txT" fmla="*/ 0 h 408"/>
                    <a:gd name="txR" fmla="*/ 488 w 488"/>
                    <a:gd name="txB" fmla="*/ 408 h 408"/>
                  </a:gdLst>
                  <a:ahLst/>
                  <a:cxnLst>
                    <a:cxn ang="0">
                      <a:pos x="0" y="408"/>
                    </a:cxn>
                    <a:cxn ang="0">
                      <a:pos x="232" y="0"/>
                    </a:cxn>
                    <a:cxn ang="0">
                      <a:pos x="488" y="408"/>
                    </a:cxn>
                  </a:cxnLst>
                  <a:rect l="txL" t="txT" r="txR" b="txB"/>
                  <a:pathLst>
                    <a:path w="488" h="408">
                      <a:moveTo>
                        <a:pt x="0" y="408"/>
                      </a:moveTo>
                      <a:cubicBezTo>
                        <a:pt x="75" y="204"/>
                        <a:pt x="151" y="0"/>
                        <a:pt x="232" y="0"/>
                      </a:cubicBezTo>
                      <a:cubicBezTo>
                        <a:pt x="313" y="0"/>
                        <a:pt x="400" y="204"/>
                        <a:pt x="488" y="408"/>
                      </a:cubicBezTo>
                    </a:path>
                  </a:pathLst>
                </a:custGeom>
                <a:noFill/>
                <a:ln w="38100" cap="flat" cmpd="sng">
                  <a:solidFill>
                    <a:srgbClr val="FF0000">
                      <a:alpha val="100000"/>
                    </a:srgbClr>
                  </a:solidFill>
                  <a:prstDash val="solid"/>
                  <a:round/>
                  <a:headEnd type="none" w="med" len="med"/>
                  <a:tailEnd type="none" w="med" len="med"/>
                </a:ln>
              </p:spPr>
              <p:txBody>
                <a:bodyPr/>
                <a:lstStyle/>
                <a:p>
                  <a:endParaRPr lang="zh-CN" altLang="en-US"/>
                </a:p>
              </p:txBody>
            </p:sp>
            <p:sp>
              <p:nvSpPr>
                <p:cNvPr id="22552" name="Freeform 53"/>
                <p:cNvSpPr/>
                <p:nvPr/>
              </p:nvSpPr>
              <p:spPr>
                <a:xfrm flipV="1">
                  <a:off x="1302" y="1020"/>
                  <a:ext cx="488" cy="408"/>
                </a:xfrm>
                <a:custGeom>
                  <a:avLst/>
                  <a:gdLst>
                    <a:gd name="txL" fmla="*/ 0 w 488"/>
                    <a:gd name="txT" fmla="*/ 0 h 408"/>
                    <a:gd name="txR" fmla="*/ 488 w 488"/>
                    <a:gd name="txB" fmla="*/ 408 h 408"/>
                  </a:gdLst>
                  <a:ahLst/>
                  <a:cxnLst>
                    <a:cxn ang="0">
                      <a:pos x="0" y="408"/>
                    </a:cxn>
                    <a:cxn ang="0">
                      <a:pos x="232" y="0"/>
                    </a:cxn>
                    <a:cxn ang="0">
                      <a:pos x="488" y="408"/>
                    </a:cxn>
                  </a:cxnLst>
                  <a:rect l="txL" t="txT" r="txR" b="txB"/>
                  <a:pathLst>
                    <a:path w="488" h="408">
                      <a:moveTo>
                        <a:pt x="0" y="408"/>
                      </a:moveTo>
                      <a:cubicBezTo>
                        <a:pt x="75" y="204"/>
                        <a:pt x="151" y="0"/>
                        <a:pt x="232" y="0"/>
                      </a:cubicBezTo>
                      <a:cubicBezTo>
                        <a:pt x="313" y="0"/>
                        <a:pt x="400" y="204"/>
                        <a:pt x="488" y="408"/>
                      </a:cubicBezTo>
                    </a:path>
                  </a:pathLst>
                </a:custGeom>
                <a:noFill/>
                <a:ln w="38100" cap="flat" cmpd="sng">
                  <a:solidFill>
                    <a:srgbClr val="FF0000">
                      <a:alpha val="100000"/>
                    </a:srgbClr>
                  </a:solidFill>
                  <a:prstDash val="solid"/>
                  <a:round/>
                  <a:headEnd type="none" w="med" len="med"/>
                  <a:tailEnd type="none" w="med" len="med"/>
                </a:ln>
              </p:spPr>
              <p:txBody>
                <a:bodyPr/>
                <a:lstStyle/>
                <a:p>
                  <a:endParaRPr lang="zh-CN" altLang="en-US"/>
                </a:p>
              </p:txBody>
            </p:sp>
            <p:sp>
              <p:nvSpPr>
                <p:cNvPr id="22553" name="Freeform 54"/>
                <p:cNvSpPr/>
                <p:nvPr/>
              </p:nvSpPr>
              <p:spPr>
                <a:xfrm>
                  <a:off x="1792" y="620"/>
                  <a:ext cx="488" cy="408"/>
                </a:xfrm>
                <a:custGeom>
                  <a:avLst/>
                  <a:gdLst>
                    <a:gd name="txL" fmla="*/ 0 w 488"/>
                    <a:gd name="txT" fmla="*/ 0 h 408"/>
                    <a:gd name="txR" fmla="*/ 488 w 488"/>
                    <a:gd name="txB" fmla="*/ 408 h 408"/>
                  </a:gdLst>
                  <a:ahLst/>
                  <a:cxnLst>
                    <a:cxn ang="0">
                      <a:pos x="0" y="408"/>
                    </a:cxn>
                    <a:cxn ang="0">
                      <a:pos x="232" y="0"/>
                    </a:cxn>
                    <a:cxn ang="0">
                      <a:pos x="488" y="408"/>
                    </a:cxn>
                  </a:cxnLst>
                  <a:rect l="txL" t="txT" r="txR" b="txB"/>
                  <a:pathLst>
                    <a:path w="488" h="408">
                      <a:moveTo>
                        <a:pt x="0" y="408"/>
                      </a:moveTo>
                      <a:cubicBezTo>
                        <a:pt x="75" y="204"/>
                        <a:pt x="151" y="0"/>
                        <a:pt x="232" y="0"/>
                      </a:cubicBezTo>
                      <a:cubicBezTo>
                        <a:pt x="313" y="0"/>
                        <a:pt x="400" y="204"/>
                        <a:pt x="488" y="408"/>
                      </a:cubicBezTo>
                    </a:path>
                  </a:pathLst>
                </a:custGeom>
                <a:noFill/>
                <a:ln w="38100" cap="flat" cmpd="sng">
                  <a:solidFill>
                    <a:srgbClr val="FF0000">
                      <a:alpha val="100000"/>
                    </a:srgbClr>
                  </a:solidFill>
                  <a:prstDash val="solid"/>
                  <a:round/>
                  <a:headEnd type="none" w="med" len="med"/>
                  <a:tailEnd type="none" w="med" len="med"/>
                </a:ln>
              </p:spPr>
              <p:txBody>
                <a:bodyPr/>
                <a:lstStyle/>
                <a:p>
                  <a:endParaRPr lang="zh-CN" altLang="en-US"/>
                </a:p>
              </p:txBody>
            </p:sp>
            <p:sp>
              <p:nvSpPr>
                <p:cNvPr id="22554" name="Freeform 55"/>
                <p:cNvSpPr/>
                <p:nvPr/>
              </p:nvSpPr>
              <p:spPr>
                <a:xfrm flipV="1">
                  <a:off x="2284" y="1024"/>
                  <a:ext cx="488" cy="408"/>
                </a:xfrm>
                <a:custGeom>
                  <a:avLst/>
                  <a:gdLst>
                    <a:gd name="txL" fmla="*/ 0 w 488"/>
                    <a:gd name="txT" fmla="*/ 0 h 408"/>
                    <a:gd name="txR" fmla="*/ 488 w 488"/>
                    <a:gd name="txB" fmla="*/ 408 h 408"/>
                  </a:gdLst>
                  <a:ahLst/>
                  <a:cxnLst>
                    <a:cxn ang="0">
                      <a:pos x="0" y="408"/>
                    </a:cxn>
                    <a:cxn ang="0">
                      <a:pos x="232" y="0"/>
                    </a:cxn>
                    <a:cxn ang="0">
                      <a:pos x="488" y="408"/>
                    </a:cxn>
                  </a:cxnLst>
                  <a:rect l="txL" t="txT" r="txR" b="txB"/>
                  <a:pathLst>
                    <a:path w="488" h="408">
                      <a:moveTo>
                        <a:pt x="0" y="408"/>
                      </a:moveTo>
                      <a:cubicBezTo>
                        <a:pt x="75" y="204"/>
                        <a:pt x="151" y="0"/>
                        <a:pt x="232" y="0"/>
                      </a:cubicBezTo>
                      <a:cubicBezTo>
                        <a:pt x="313" y="0"/>
                        <a:pt x="400" y="204"/>
                        <a:pt x="488" y="408"/>
                      </a:cubicBezTo>
                    </a:path>
                  </a:pathLst>
                </a:custGeom>
                <a:noFill/>
                <a:ln w="38100" cap="flat" cmpd="sng">
                  <a:solidFill>
                    <a:srgbClr val="FF0000">
                      <a:alpha val="100000"/>
                    </a:srgbClr>
                  </a:solidFill>
                  <a:prstDash val="solid"/>
                  <a:round/>
                  <a:headEnd type="none" w="med" len="med"/>
                  <a:tailEnd type="none" w="med" len="med"/>
                </a:ln>
              </p:spPr>
              <p:txBody>
                <a:bodyPr/>
                <a:lstStyle/>
                <a:p>
                  <a:endParaRPr lang="zh-CN" altLang="en-US"/>
                </a:p>
              </p:txBody>
            </p:sp>
          </p:grpSp>
          <p:sp>
            <p:nvSpPr>
              <p:cNvPr id="22549" name="Line 56"/>
              <p:cNvSpPr/>
              <p:nvPr/>
            </p:nvSpPr>
            <p:spPr>
              <a:xfrm>
                <a:off x="1800" y="1500"/>
                <a:ext cx="1032" cy="0"/>
              </a:xfrm>
              <a:prstGeom prst="line">
                <a:avLst/>
              </a:prstGeom>
              <a:ln w="28575" cap="flat" cmpd="sng">
                <a:solidFill>
                  <a:schemeClr val="tx1"/>
                </a:solidFill>
                <a:prstDash val="solid"/>
                <a:headEnd type="none" w="med" len="med"/>
                <a:tailEnd type="triangle" w="med" len="med"/>
              </a:ln>
            </p:spPr>
          </p:sp>
          <p:sp>
            <p:nvSpPr>
              <p:cNvPr id="22550" name="Line 57"/>
              <p:cNvSpPr/>
              <p:nvPr/>
            </p:nvSpPr>
            <p:spPr>
              <a:xfrm flipV="1">
                <a:off x="1848" y="1164"/>
                <a:ext cx="0" cy="552"/>
              </a:xfrm>
              <a:prstGeom prst="line">
                <a:avLst/>
              </a:prstGeom>
              <a:ln w="28575" cap="flat" cmpd="sng">
                <a:solidFill>
                  <a:schemeClr val="tx1"/>
                </a:solidFill>
                <a:prstDash val="solid"/>
                <a:headEnd type="none" w="med" len="med"/>
                <a:tailEnd type="triangle" w="med" len="med"/>
              </a:ln>
            </p:spPr>
          </p:sp>
        </p:grpSp>
        <p:grpSp>
          <p:nvGrpSpPr>
            <p:cNvPr id="22541" name="Group 58"/>
            <p:cNvGrpSpPr/>
            <p:nvPr/>
          </p:nvGrpSpPr>
          <p:grpSpPr>
            <a:xfrm>
              <a:off x="6977065" y="3052763"/>
              <a:ext cx="1050149" cy="762000"/>
              <a:chOff x="3537" y="817"/>
              <a:chExt cx="649" cy="480"/>
            </a:xfrm>
          </p:grpSpPr>
          <p:sp>
            <p:nvSpPr>
              <p:cNvPr id="22546" name="AutoShape 59"/>
              <p:cNvSpPr/>
              <p:nvPr/>
            </p:nvSpPr>
            <p:spPr>
              <a:xfrm>
                <a:off x="3537" y="1032"/>
                <a:ext cx="649" cy="265"/>
              </a:xfrm>
              <a:prstGeom prst="notchedRightArrow">
                <a:avLst>
                  <a:gd name="adj1" fmla="val 50000"/>
                  <a:gd name="adj2" fmla="val 61600"/>
                </a:avLst>
              </a:prstGeom>
              <a:gradFill rotWithShape="0">
                <a:gsLst>
                  <a:gs pos="0">
                    <a:srgbClr val="000000"/>
                  </a:gs>
                  <a:gs pos="50000">
                    <a:srgbClr val="FF0000"/>
                  </a:gs>
                  <a:gs pos="100000">
                    <a:srgbClr val="000000"/>
                  </a:gs>
                </a:gsLst>
                <a:lin ang="0" scaled="1"/>
                <a:tileRect/>
              </a:gradFill>
              <a:ln w="3175">
                <a:noFill/>
              </a:ln>
            </p:spPr>
            <p:txBody>
              <a:bodyPr wrap="none" anchor="ctr" anchorCtr="0"/>
              <a:lstStyle/>
              <a:p>
                <a:pPr algn="ctr" eaLnBrk="1" hangingPunct="1">
                  <a:spcBef>
                    <a:spcPct val="50000"/>
                  </a:spcBef>
                </a:pPr>
                <a:endParaRPr lang="zh-CN" altLang="en-US" sz="2800" dirty="0">
                  <a:latin typeface="Times New Roman" panose="02020603050405020304" pitchFamily="18" charset="0"/>
                  <a:ea typeface="楷体_GB2312"/>
                </a:endParaRPr>
              </a:p>
            </p:txBody>
          </p:sp>
          <p:sp>
            <p:nvSpPr>
              <p:cNvPr id="22547" name="Rectangle 60"/>
              <p:cNvSpPr/>
              <p:nvPr/>
            </p:nvSpPr>
            <p:spPr>
              <a:xfrm>
                <a:off x="3621" y="817"/>
                <a:ext cx="493" cy="288"/>
              </a:xfrm>
              <a:prstGeom prst="rect">
                <a:avLst/>
              </a:prstGeom>
              <a:noFill/>
              <a:ln w="3175">
                <a:noFill/>
              </a:ln>
            </p:spPr>
            <p:txBody>
              <a:bodyPr wrap="none" anchor="ctr" anchorCtr="0">
                <a:spAutoFit/>
              </a:bodyPr>
              <a:lstStyle/>
              <a:p>
                <a:pPr algn="ctr" eaLnBrk="1" hangingPunct="1"/>
                <a:r>
                  <a:rPr lang="zh-CN" altLang="en-US" dirty="0">
                    <a:latin typeface="楷体_GB2312"/>
                    <a:ea typeface="楷体_GB2312"/>
                  </a:rPr>
                  <a:t>稳压</a:t>
                </a:r>
              </a:p>
            </p:txBody>
          </p:sp>
        </p:grpSp>
        <p:sp>
          <p:nvSpPr>
            <p:cNvPr id="22542" name="Line 63"/>
            <p:cNvSpPr/>
            <p:nvPr/>
          </p:nvSpPr>
          <p:spPr>
            <a:xfrm flipV="1">
              <a:off x="7539038" y="4268788"/>
              <a:ext cx="0" cy="601662"/>
            </a:xfrm>
            <a:prstGeom prst="line">
              <a:avLst/>
            </a:prstGeom>
            <a:ln w="28575" cap="flat" cmpd="sng">
              <a:solidFill>
                <a:schemeClr val="tx1"/>
              </a:solidFill>
              <a:prstDash val="solid"/>
              <a:headEnd type="none" w="med" len="med"/>
              <a:tailEnd type="triangle" w="med" len="med"/>
            </a:ln>
          </p:spPr>
        </p:sp>
        <p:sp>
          <p:nvSpPr>
            <p:cNvPr id="22543" name="Line 64"/>
            <p:cNvSpPr/>
            <p:nvPr/>
          </p:nvSpPr>
          <p:spPr>
            <a:xfrm>
              <a:off x="7494588" y="4783138"/>
              <a:ext cx="1497012" cy="0"/>
            </a:xfrm>
            <a:prstGeom prst="line">
              <a:avLst/>
            </a:prstGeom>
            <a:ln w="28575" cap="flat" cmpd="sng">
              <a:solidFill>
                <a:schemeClr val="tx1"/>
              </a:solidFill>
              <a:prstDash val="solid"/>
              <a:headEnd type="none" w="med" len="med"/>
              <a:tailEnd type="triangle" w="med" len="med"/>
            </a:ln>
          </p:spPr>
        </p:sp>
        <p:sp>
          <p:nvSpPr>
            <p:cNvPr id="22544" name="Line 66"/>
            <p:cNvSpPr/>
            <p:nvPr/>
          </p:nvSpPr>
          <p:spPr>
            <a:xfrm>
              <a:off x="7561263" y="4572000"/>
              <a:ext cx="1123950" cy="0"/>
            </a:xfrm>
            <a:prstGeom prst="line">
              <a:avLst/>
            </a:prstGeom>
            <a:ln w="38100" cap="flat" cmpd="sng">
              <a:solidFill>
                <a:srgbClr val="FF33CC"/>
              </a:solidFill>
              <a:prstDash val="solid"/>
              <a:headEnd type="none" w="med" len="med"/>
              <a:tailEnd type="none" w="med" len="med"/>
            </a:ln>
          </p:spPr>
        </p:sp>
        <p:sp>
          <p:nvSpPr>
            <p:cNvPr id="22545" name="AutoShape 30"/>
            <p:cNvSpPr/>
            <p:nvPr/>
          </p:nvSpPr>
          <p:spPr>
            <a:xfrm>
              <a:off x="8028654" y="3109527"/>
              <a:ext cx="1002402" cy="1046381"/>
            </a:xfrm>
            <a:prstGeom prst="flowChartAlternateProcess">
              <a:avLst/>
            </a:prstGeom>
            <a:noFill/>
            <a:ln w="3175" cap="flat" cmpd="sng">
              <a:solidFill>
                <a:srgbClr val="FF0000"/>
              </a:solidFill>
              <a:prstDash val="solid"/>
              <a:miter/>
              <a:headEnd type="none" w="med" len="med"/>
              <a:tailEnd type="none" w="med" len="med"/>
            </a:ln>
          </p:spPr>
          <p:txBody>
            <a:bodyPr wrap="none" anchor="ctr" anchorCtr="0">
              <a:spAutoFit/>
            </a:bodyPr>
            <a:lstStyle/>
            <a:p>
              <a:pPr algn="ctr" eaLnBrk="1" hangingPunct="1"/>
              <a:r>
                <a:rPr lang="zh-CN" altLang="en-US" sz="2800" dirty="0">
                  <a:latin typeface="宋体" panose="02010600030101010101" pitchFamily="2" charset="-122"/>
                  <a:ea typeface="宋体" panose="02010600030101010101" pitchFamily="2" charset="-122"/>
                </a:rPr>
                <a:t>直流</a:t>
              </a:r>
            </a:p>
            <a:p>
              <a:pPr algn="ctr" eaLnBrk="1" hangingPunct="1"/>
              <a:r>
                <a:rPr lang="zh-CN" altLang="en-US" sz="2800" dirty="0">
                  <a:latin typeface="宋体" panose="02010600030101010101" pitchFamily="2" charset="-122"/>
                  <a:ea typeface="宋体" panose="02010600030101010101" pitchFamily="2" charset="-122"/>
                </a:rPr>
                <a:t>电压</a:t>
              </a:r>
            </a:p>
          </p:txBody>
        </p:sp>
      </p:grpSp>
      <p:sp>
        <p:nvSpPr>
          <p:cNvPr id="39" name="Rectangle 66"/>
          <p:cNvSpPr>
            <a:spLocks noChangeArrowheads="1"/>
          </p:cNvSpPr>
          <p:nvPr/>
        </p:nvSpPr>
        <p:spPr bwMode="auto">
          <a:xfrm>
            <a:off x="160338" y="111125"/>
            <a:ext cx="7483475"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lstStyle>
            <a:lvl1pPr marL="342900" indent="-3429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342900" marR="0" lvl="0" indent="-342900" algn="l" defTabSz="914400" rtl="0" eaLnBrk="0" fontAlgn="base" latinLnBrk="0" hangingPunct="0">
              <a:lnSpc>
                <a:spcPct val="100000"/>
              </a:lnSpc>
              <a:spcBef>
                <a:spcPct val="0"/>
              </a:spcBef>
              <a:spcAft>
                <a:spcPct val="0"/>
              </a:spcAft>
              <a:buClrTx/>
              <a:buSzTx/>
              <a:buFontTx/>
              <a:buNone/>
              <a:defRPr/>
            </a:pPr>
            <a:r>
              <a:rPr kumimoji="1" lang="zh-CN" altLang="en-US" sz="3600" b="0" i="0" u="none" strike="noStrike" kern="1200" cap="none" spc="0" normalizeH="0" baseline="0" noProof="0" dirty="0">
                <a:ln w="0"/>
                <a:solidFill>
                  <a:srgbClr val="FF0000"/>
                </a:solidFill>
                <a:effectLst>
                  <a:outerShdw blurRad="38100" dist="19050" dir="2700000" algn="tl" rotWithShape="0">
                    <a:schemeClr val="dk1">
                      <a:alpha val="40000"/>
                    </a:schemeClr>
                  </a:outerShdw>
                </a:effectLst>
                <a:uLnTx/>
                <a:uFillTx/>
                <a:latin typeface="微软雅黑" panose="020B0503020204020204" pitchFamily="34" charset="-122"/>
                <a:ea typeface="微软雅黑" panose="020B0503020204020204" pitchFamily="34" charset="-122"/>
                <a:cs typeface="+mn-cs"/>
              </a:rPr>
              <a:t>二、实验原理</a:t>
            </a:r>
            <a:r>
              <a:rPr kumimoji="1" lang="en-US" altLang="zh-CN" sz="3600" b="0" i="0" u="none" strike="noStrike" kern="1200" cap="none" spc="0" normalizeH="0" baseline="0" noProof="0" dirty="0">
                <a:ln w="0"/>
                <a:solidFill>
                  <a:srgbClr val="FF0000"/>
                </a:solidFill>
                <a:effectLst>
                  <a:outerShdw blurRad="38100" dist="19050" dir="2700000" algn="tl" rotWithShape="0">
                    <a:schemeClr val="dk1">
                      <a:alpha val="40000"/>
                    </a:schemeClr>
                  </a:outerShdw>
                </a:effectLst>
                <a:uLnTx/>
                <a:uFillTx/>
                <a:latin typeface="微软雅黑" panose="020B0503020204020204" pitchFamily="34" charset="-122"/>
                <a:ea typeface="微软雅黑" panose="020B0503020204020204" pitchFamily="34" charset="-122"/>
                <a:cs typeface="+mn-cs"/>
              </a:rPr>
              <a:t>/</a:t>
            </a:r>
            <a:r>
              <a:rPr kumimoji="1" lang="en-US" altLang="zh-CN" sz="2800" b="0" i="0" u="none" strike="noStrike" kern="1200" cap="none" spc="0" normalizeH="0" baseline="0" noProof="0" dirty="0">
                <a:ln w="0"/>
                <a:solidFill>
                  <a:srgbClr val="003300"/>
                </a:solidFill>
                <a:effectLst>
                  <a:outerShdw blurRad="38100" dist="19050" dir="2700000" algn="tl" rotWithShape="0">
                    <a:schemeClr val="dk1">
                      <a:alpha val="40000"/>
                    </a:schemeClr>
                  </a:outerShdw>
                </a:effectLst>
                <a:uLnTx/>
                <a:uFillTx/>
                <a:latin typeface="微软雅黑" panose="020B0503020204020204" pitchFamily="34" charset="-122"/>
                <a:ea typeface="微软雅黑" panose="020B0503020204020204" pitchFamily="34" charset="-122"/>
                <a:cs typeface="+mn-cs"/>
              </a:rPr>
              <a:t>2.4</a:t>
            </a:r>
            <a:r>
              <a:rPr kumimoji="1" lang="zh-CN" altLang="en-US" sz="2800" b="0" i="0" u="none" strike="noStrike" kern="1200" cap="none" spc="0" normalizeH="0" baseline="0" noProof="0" dirty="0">
                <a:ln w="0"/>
                <a:solidFill>
                  <a:srgbClr val="003300"/>
                </a:solidFill>
                <a:effectLst>
                  <a:outerShdw blurRad="38100" dist="19050" dir="2700000" algn="tl" rotWithShape="0">
                    <a:schemeClr val="dk1">
                      <a:alpha val="40000"/>
                    </a:schemeClr>
                  </a:outerShdw>
                </a:effectLst>
                <a:uLnTx/>
                <a:uFillTx/>
                <a:latin typeface="微软雅黑" panose="020B0503020204020204" pitchFamily="34" charset="-122"/>
                <a:ea typeface="微软雅黑" panose="020B0503020204020204" pitchFamily="34" charset="-122"/>
                <a:cs typeface="+mn-cs"/>
              </a:rPr>
              <a:t>稳压电路</a:t>
            </a:r>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67"/>
          <p:cNvSpPr/>
          <p:nvPr/>
        </p:nvSpPr>
        <p:spPr>
          <a:xfrm>
            <a:off x="1238250" y="2187575"/>
            <a:ext cx="4127500" cy="457200"/>
          </a:xfrm>
          <a:prstGeom prst="rect">
            <a:avLst/>
          </a:prstGeom>
          <a:noFill/>
          <a:ln w="9525">
            <a:noFill/>
          </a:ln>
        </p:spPr>
        <p:txBody>
          <a:bodyPr>
            <a:spAutoFit/>
          </a:bodyPr>
          <a:lstStyle/>
          <a:p>
            <a:pPr algn="ctr" eaLnBrk="1" hangingPunct="1">
              <a:spcBef>
                <a:spcPct val="20000"/>
              </a:spcBef>
            </a:pPr>
            <a:r>
              <a:rPr lang="zh-CN" altLang="en-US" b="1" dirty="0">
                <a:solidFill>
                  <a:srgbClr val="002060"/>
                </a:solidFill>
                <a:latin typeface="华文中宋" panose="02010600040101010101" pitchFamily="2" charset="-122"/>
              </a:rPr>
              <a:t>按调整管与负载的接法分</a:t>
            </a:r>
          </a:p>
        </p:txBody>
      </p:sp>
      <p:grpSp>
        <p:nvGrpSpPr>
          <p:cNvPr id="23555" name="Group 83"/>
          <p:cNvGrpSpPr/>
          <p:nvPr/>
        </p:nvGrpSpPr>
        <p:grpSpPr>
          <a:xfrm>
            <a:off x="5176838" y="1949450"/>
            <a:ext cx="3225800" cy="984250"/>
            <a:chOff x="2718" y="1604"/>
            <a:chExt cx="2032" cy="620"/>
          </a:xfrm>
        </p:grpSpPr>
        <p:sp>
          <p:nvSpPr>
            <p:cNvPr id="23568" name="Rectangle 68"/>
            <p:cNvSpPr/>
            <p:nvPr/>
          </p:nvSpPr>
          <p:spPr>
            <a:xfrm>
              <a:off x="2790" y="1604"/>
              <a:ext cx="1960" cy="288"/>
            </a:xfrm>
            <a:prstGeom prst="rect">
              <a:avLst/>
            </a:prstGeom>
            <a:noFill/>
            <a:ln w="9525">
              <a:noFill/>
            </a:ln>
          </p:spPr>
          <p:txBody>
            <a:bodyPr>
              <a:spAutoFit/>
            </a:bodyPr>
            <a:lstStyle/>
            <a:p>
              <a:pPr algn="ctr" eaLnBrk="1" hangingPunct="1">
                <a:spcBef>
                  <a:spcPct val="20000"/>
                </a:spcBef>
              </a:pPr>
              <a:r>
                <a:rPr lang="zh-CN" altLang="en-US" b="1" dirty="0">
                  <a:solidFill>
                    <a:srgbClr val="002060"/>
                  </a:solidFill>
                  <a:latin typeface="华文中宋" panose="02010600040101010101" pitchFamily="2" charset="-122"/>
                </a:rPr>
                <a:t>并联型稳压电路</a:t>
              </a:r>
            </a:p>
          </p:txBody>
        </p:sp>
        <p:sp>
          <p:nvSpPr>
            <p:cNvPr id="23569" name="Rectangle 69"/>
            <p:cNvSpPr/>
            <p:nvPr/>
          </p:nvSpPr>
          <p:spPr>
            <a:xfrm>
              <a:off x="2780" y="1936"/>
              <a:ext cx="1960" cy="288"/>
            </a:xfrm>
            <a:prstGeom prst="rect">
              <a:avLst/>
            </a:prstGeom>
            <a:noFill/>
            <a:ln w="9525">
              <a:noFill/>
            </a:ln>
          </p:spPr>
          <p:txBody>
            <a:bodyPr>
              <a:spAutoFit/>
            </a:bodyPr>
            <a:lstStyle/>
            <a:p>
              <a:pPr algn="ctr" eaLnBrk="1" hangingPunct="1">
                <a:spcBef>
                  <a:spcPct val="20000"/>
                </a:spcBef>
              </a:pPr>
              <a:r>
                <a:rPr lang="zh-CN" altLang="en-US" b="1" dirty="0">
                  <a:solidFill>
                    <a:srgbClr val="002060"/>
                  </a:solidFill>
                  <a:latin typeface="华文中宋" panose="02010600040101010101" pitchFamily="2" charset="-122"/>
                </a:rPr>
                <a:t>串联型稳压电路</a:t>
              </a:r>
            </a:p>
          </p:txBody>
        </p:sp>
        <p:sp>
          <p:nvSpPr>
            <p:cNvPr id="23570" name="AutoShape 70"/>
            <p:cNvSpPr/>
            <p:nvPr/>
          </p:nvSpPr>
          <p:spPr>
            <a:xfrm>
              <a:off x="2718" y="1732"/>
              <a:ext cx="117" cy="378"/>
            </a:xfrm>
            <a:prstGeom prst="leftBrace">
              <a:avLst>
                <a:gd name="adj1" fmla="val 26923"/>
                <a:gd name="adj2" fmla="val 50000"/>
              </a:avLst>
            </a:prstGeom>
            <a:noFill/>
            <a:ln w="9525" cap="flat" cmpd="sng">
              <a:solidFill>
                <a:schemeClr val="tx1"/>
              </a:solidFill>
              <a:prstDash val="solid"/>
              <a:headEnd type="none" w="med" len="med"/>
              <a:tailEnd type="none" w="med" len="med"/>
            </a:ln>
          </p:spPr>
          <p:txBody>
            <a:bodyPr wrap="none" anchor="ctr" anchorCtr="0"/>
            <a:lstStyle/>
            <a:p>
              <a:pPr algn="ctr" eaLnBrk="1" hangingPunct="1">
                <a:spcBef>
                  <a:spcPct val="50000"/>
                </a:spcBef>
              </a:pPr>
              <a:endParaRPr lang="zh-CN" altLang="en-US" sz="2800" b="1" dirty="0">
                <a:solidFill>
                  <a:srgbClr val="002060"/>
                </a:solidFill>
                <a:latin typeface="华文中宋" panose="02010600040101010101" pitchFamily="2" charset="-122"/>
              </a:endParaRPr>
            </a:p>
          </p:txBody>
        </p:sp>
      </p:grpSp>
      <p:sp>
        <p:nvSpPr>
          <p:cNvPr id="23556" name="Rectangle 73"/>
          <p:cNvSpPr/>
          <p:nvPr/>
        </p:nvSpPr>
        <p:spPr>
          <a:xfrm>
            <a:off x="1181100" y="3400425"/>
            <a:ext cx="3968750" cy="457200"/>
          </a:xfrm>
          <a:prstGeom prst="rect">
            <a:avLst/>
          </a:prstGeom>
          <a:noFill/>
          <a:ln w="9525">
            <a:noFill/>
          </a:ln>
        </p:spPr>
        <p:txBody>
          <a:bodyPr>
            <a:spAutoFit/>
          </a:bodyPr>
          <a:lstStyle/>
          <a:p>
            <a:pPr algn="ctr" eaLnBrk="1" hangingPunct="1">
              <a:spcBef>
                <a:spcPct val="20000"/>
              </a:spcBef>
            </a:pPr>
            <a:r>
              <a:rPr lang="zh-CN" altLang="en-US" b="1" dirty="0">
                <a:solidFill>
                  <a:srgbClr val="002060"/>
                </a:solidFill>
                <a:latin typeface="华文中宋" panose="02010600040101010101" pitchFamily="2" charset="-122"/>
              </a:rPr>
              <a:t>按调整管的工作状态分</a:t>
            </a:r>
          </a:p>
        </p:txBody>
      </p:sp>
      <p:grpSp>
        <p:nvGrpSpPr>
          <p:cNvPr id="23557" name="Group 84"/>
          <p:cNvGrpSpPr/>
          <p:nvPr/>
        </p:nvGrpSpPr>
        <p:grpSpPr>
          <a:xfrm>
            <a:off x="4979988" y="3184525"/>
            <a:ext cx="3241675" cy="981075"/>
            <a:chOff x="2682" y="2396"/>
            <a:chExt cx="2042" cy="618"/>
          </a:xfrm>
        </p:grpSpPr>
        <p:sp>
          <p:nvSpPr>
            <p:cNvPr id="23565" name="Rectangle 74"/>
            <p:cNvSpPr/>
            <p:nvPr/>
          </p:nvSpPr>
          <p:spPr>
            <a:xfrm>
              <a:off x="2764" y="2396"/>
              <a:ext cx="1960" cy="288"/>
            </a:xfrm>
            <a:prstGeom prst="rect">
              <a:avLst/>
            </a:prstGeom>
            <a:noFill/>
            <a:ln w="9525">
              <a:noFill/>
            </a:ln>
          </p:spPr>
          <p:txBody>
            <a:bodyPr>
              <a:spAutoFit/>
            </a:bodyPr>
            <a:lstStyle/>
            <a:p>
              <a:pPr algn="ctr" eaLnBrk="1" hangingPunct="1">
                <a:spcBef>
                  <a:spcPct val="20000"/>
                </a:spcBef>
              </a:pPr>
              <a:r>
                <a:rPr lang="zh-CN" altLang="en-US" b="1" dirty="0">
                  <a:solidFill>
                    <a:srgbClr val="002060"/>
                  </a:solidFill>
                  <a:latin typeface="华文中宋" panose="02010600040101010101" pitchFamily="2" charset="-122"/>
                </a:rPr>
                <a:t>线性稳压电路</a:t>
              </a:r>
            </a:p>
          </p:txBody>
        </p:sp>
        <p:sp>
          <p:nvSpPr>
            <p:cNvPr id="23566" name="Rectangle 75"/>
            <p:cNvSpPr/>
            <p:nvPr/>
          </p:nvSpPr>
          <p:spPr>
            <a:xfrm>
              <a:off x="2764" y="2726"/>
              <a:ext cx="1960" cy="288"/>
            </a:xfrm>
            <a:prstGeom prst="rect">
              <a:avLst/>
            </a:prstGeom>
            <a:noFill/>
            <a:ln w="9525">
              <a:noFill/>
            </a:ln>
          </p:spPr>
          <p:txBody>
            <a:bodyPr>
              <a:spAutoFit/>
            </a:bodyPr>
            <a:lstStyle/>
            <a:p>
              <a:pPr algn="ctr" eaLnBrk="1" hangingPunct="1">
                <a:spcBef>
                  <a:spcPct val="20000"/>
                </a:spcBef>
              </a:pPr>
              <a:r>
                <a:rPr lang="zh-CN" altLang="en-US" b="1" dirty="0">
                  <a:solidFill>
                    <a:srgbClr val="002060"/>
                  </a:solidFill>
                  <a:latin typeface="华文中宋" panose="02010600040101010101" pitchFamily="2" charset="-122"/>
                </a:rPr>
                <a:t>开关稳压电路</a:t>
              </a:r>
            </a:p>
          </p:txBody>
        </p:sp>
        <p:sp>
          <p:nvSpPr>
            <p:cNvPr id="23567" name="AutoShape 76"/>
            <p:cNvSpPr/>
            <p:nvPr/>
          </p:nvSpPr>
          <p:spPr>
            <a:xfrm>
              <a:off x="2682" y="2504"/>
              <a:ext cx="87" cy="449"/>
            </a:xfrm>
            <a:prstGeom prst="leftBrace">
              <a:avLst>
                <a:gd name="adj1" fmla="val 43007"/>
                <a:gd name="adj2" fmla="val 50000"/>
              </a:avLst>
            </a:prstGeom>
            <a:noFill/>
            <a:ln w="9525" cap="flat" cmpd="sng">
              <a:solidFill>
                <a:schemeClr val="tx1"/>
              </a:solidFill>
              <a:prstDash val="solid"/>
              <a:headEnd type="none" w="med" len="med"/>
              <a:tailEnd type="none" w="med" len="med"/>
            </a:ln>
          </p:spPr>
          <p:txBody>
            <a:bodyPr wrap="none" anchor="ctr" anchorCtr="0"/>
            <a:lstStyle/>
            <a:p>
              <a:pPr algn="ctr" eaLnBrk="1" hangingPunct="1">
                <a:spcBef>
                  <a:spcPct val="50000"/>
                </a:spcBef>
              </a:pPr>
              <a:endParaRPr lang="zh-CN" altLang="en-US" sz="2800" b="1" dirty="0">
                <a:solidFill>
                  <a:srgbClr val="002060"/>
                </a:solidFill>
                <a:latin typeface="华文中宋" panose="02010600040101010101" pitchFamily="2" charset="-122"/>
              </a:endParaRPr>
            </a:p>
          </p:txBody>
        </p:sp>
      </p:grpSp>
      <p:sp>
        <p:nvSpPr>
          <p:cNvPr id="23558" name="Rectangle 79"/>
          <p:cNvSpPr/>
          <p:nvPr/>
        </p:nvSpPr>
        <p:spPr>
          <a:xfrm>
            <a:off x="1538288" y="4602163"/>
            <a:ext cx="2960687" cy="457200"/>
          </a:xfrm>
          <a:prstGeom prst="rect">
            <a:avLst/>
          </a:prstGeom>
          <a:noFill/>
          <a:ln w="9525">
            <a:noFill/>
          </a:ln>
        </p:spPr>
        <p:txBody>
          <a:bodyPr>
            <a:spAutoFit/>
          </a:bodyPr>
          <a:lstStyle/>
          <a:p>
            <a:pPr algn="ctr" eaLnBrk="1" hangingPunct="1">
              <a:spcBef>
                <a:spcPct val="20000"/>
              </a:spcBef>
            </a:pPr>
            <a:r>
              <a:rPr lang="zh-CN" altLang="en-US" b="1" dirty="0">
                <a:solidFill>
                  <a:srgbClr val="002060"/>
                </a:solidFill>
                <a:latin typeface="华文中宋" panose="02010600040101010101" pitchFamily="2" charset="-122"/>
              </a:rPr>
              <a:t>线性集成稳压电路分</a:t>
            </a:r>
          </a:p>
        </p:txBody>
      </p:sp>
      <p:grpSp>
        <p:nvGrpSpPr>
          <p:cNvPr id="23559" name="Group 87"/>
          <p:cNvGrpSpPr/>
          <p:nvPr/>
        </p:nvGrpSpPr>
        <p:grpSpPr>
          <a:xfrm>
            <a:off x="4605338" y="4408488"/>
            <a:ext cx="3197225" cy="1406525"/>
            <a:chOff x="2710" y="3335"/>
            <a:chExt cx="2014" cy="886"/>
          </a:xfrm>
        </p:grpSpPr>
        <p:sp>
          <p:nvSpPr>
            <p:cNvPr id="23562" name="Rectangle 80"/>
            <p:cNvSpPr/>
            <p:nvPr/>
          </p:nvSpPr>
          <p:spPr>
            <a:xfrm>
              <a:off x="2764" y="3335"/>
              <a:ext cx="1960" cy="288"/>
            </a:xfrm>
            <a:prstGeom prst="rect">
              <a:avLst/>
            </a:prstGeom>
            <a:noFill/>
            <a:ln w="9525">
              <a:noFill/>
            </a:ln>
          </p:spPr>
          <p:txBody>
            <a:bodyPr>
              <a:spAutoFit/>
            </a:bodyPr>
            <a:lstStyle/>
            <a:p>
              <a:pPr algn="ctr" eaLnBrk="1" hangingPunct="1">
                <a:spcBef>
                  <a:spcPct val="20000"/>
                </a:spcBef>
              </a:pPr>
              <a:r>
                <a:rPr lang="zh-CN" altLang="en-US" b="1" dirty="0">
                  <a:solidFill>
                    <a:srgbClr val="002060"/>
                  </a:solidFill>
                  <a:latin typeface="华文中宋" panose="02010600040101010101" pitchFamily="2" charset="-122"/>
                </a:rPr>
                <a:t>三端固定输出</a:t>
              </a:r>
            </a:p>
          </p:txBody>
        </p:sp>
        <p:sp>
          <p:nvSpPr>
            <p:cNvPr id="23563" name="Rectangle 81"/>
            <p:cNvSpPr/>
            <p:nvPr/>
          </p:nvSpPr>
          <p:spPr>
            <a:xfrm>
              <a:off x="2764" y="3651"/>
              <a:ext cx="1960" cy="570"/>
            </a:xfrm>
            <a:prstGeom prst="rect">
              <a:avLst/>
            </a:prstGeom>
            <a:noFill/>
            <a:ln w="9525">
              <a:noFill/>
            </a:ln>
          </p:spPr>
          <p:txBody>
            <a:bodyPr>
              <a:spAutoFit/>
            </a:bodyPr>
            <a:lstStyle/>
            <a:p>
              <a:pPr algn="ctr" eaLnBrk="1" hangingPunct="1">
                <a:spcBef>
                  <a:spcPct val="20000"/>
                </a:spcBef>
              </a:pPr>
              <a:r>
                <a:rPr lang="zh-CN" altLang="en-US" b="1" dirty="0">
                  <a:solidFill>
                    <a:srgbClr val="002060"/>
                  </a:solidFill>
                  <a:latin typeface="华文中宋" panose="02010600040101010101" pitchFamily="2" charset="-122"/>
                </a:rPr>
                <a:t>三端可调输出</a:t>
              </a:r>
            </a:p>
            <a:p>
              <a:pPr algn="ctr" eaLnBrk="1" hangingPunct="1">
                <a:spcBef>
                  <a:spcPct val="20000"/>
                </a:spcBef>
              </a:pPr>
              <a:endParaRPr lang="en-US" altLang="zh-CN" b="1" dirty="0">
                <a:solidFill>
                  <a:srgbClr val="002060"/>
                </a:solidFill>
                <a:latin typeface="华文中宋" panose="02010600040101010101" pitchFamily="2" charset="-122"/>
              </a:endParaRPr>
            </a:p>
          </p:txBody>
        </p:sp>
        <p:sp>
          <p:nvSpPr>
            <p:cNvPr id="23564" name="AutoShape 82"/>
            <p:cNvSpPr/>
            <p:nvPr/>
          </p:nvSpPr>
          <p:spPr>
            <a:xfrm>
              <a:off x="2710" y="3426"/>
              <a:ext cx="65" cy="460"/>
            </a:xfrm>
            <a:prstGeom prst="leftBrace">
              <a:avLst>
                <a:gd name="adj1" fmla="val 58974"/>
                <a:gd name="adj2" fmla="val 50000"/>
              </a:avLst>
            </a:prstGeom>
            <a:noFill/>
            <a:ln w="9525" cap="flat" cmpd="sng">
              <a:solidFill>
                <a:schemeClr val="tx1"/>
              </a:solidFill>
              <a:prstDash val="solid"/>
              <a:headEnd type="none" w="med" len="med"/>
              <a:tailEnd type="none" w="med" len="med"/>
            </a:ln>
          </p:spPr>
          <p:txBody>
            <a:bodyPr wrap="none" anchor="ctr" anchorCtr="0"/>
            <a:lstStyle/>
            <a:p>
              <a:pPr algn="ctr" eaLnBrk="1" hangingPunct="1">
                <a:spcBef>
                  <a:spcPct val="50000"/>
                </a:spcBef>
              </a:pPr>
              <a:endParaRPr lang="zh-CN" altLang="en-US" sz="2800" b="1" dirty="0">
                <a:solidFill>
                  <a:srgbClr val="002060"/>
                </a:solidFill>
                <a:latin typeface="华文中宋" panose="02010600040101010101" pitchFamily="2" charset="-122"/>
              </a:endParaRPr>
            </a:p>
          </p:txBody>
        </p:sp>
      </p:grpSp>
      <p:sp>
        <p:nvSpPr>
          <p:cNvPr id="23560" name="Text Box 2"/>
          <p:cNvSpPr txBox="1"/>
          <p:nvPr/>
        </p:nvSpPr>
        <p:spPr>
          <a:xfrm>
            <a:off x="322263" y="968375"/>
            <a:ext cx="2828925" cy="522288"/>
          </a:xfrm>
          <a:prstGeom prst="rect">
            <a:avLst/>
          </a:prstGeom>
          <a:noFill/>
          <a:ln w="38100">
            <a:noFill/>
          </a:ln>
        </p:spPr>
        <p:txBody>
          <a:bodyPr wrap="none" anchor="ctr" anchorCtr="0">
            <a:spAutoFit/>
          </a:bodyPr>
          <a:lstStyle/>
          <a:p>
            <a:pPr algn="ctr" eaLnBrk="1" hangingPunct="1">
              <a:spcBef>
                <a:spcPct val="50000"/>
              </a:spcBef>
            </a:pPr>
            <a:r>
              <a:rPr lang="zh-CN" altLang="en-US" sz="2800" b="1" dirty="0">
                <a:solidFill>
                  <a:srgbClr val="003300"/>
                </a:solidFill>
                <a:latin typeface="微软雅黑" panose="020B0503020204020204" pitchFamily="34" charset="-122"/>
                <a:ea typeface="微软雅黑" panose="020B0503020204020204" pitchFamily="34" charset="-122"/>
              </a:rPr>
              <a:t>稳压电路的类型</a:t>
            </a:r>
            <a:r>
              <a:rPr lang="en-US" altLang="zh-CN" sz="2800" b="1" dirty="0">
                <a:solidFill>
                  <a:srgbClr val="003300"/>
                </a:solidFill>
                <a:latin typeface="微软雅黑" panose="020B0503020204020204" pitchFamily="34" charset="-122"/>
                <a:ea typeface="微软雅黑" panose="020B0503020204020204" pitchFamily="34" charset="-122"/>
              </a:rPr>
              <a:t>:</a:t>
            </a:r>
          </a:p>
        </p:txBody>
      </p:sp>
      <p:sp>
        <p:nvSpPr>
          <p:cNvPr id="18" name="Rectangle 66"/>
          <p:cNvSpPr>
            <a:spLocks noChangeArrowheads="1"/>
          </p:cNvSpPr>
          <p:nvPr/>
        </p:nvSpPr>
        <p:spPr bwMode="auto">
          <a:xfrm>
            <a:off x="160338" y="111125"/>
            <a:ext cx="7483475"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lstStyle>
            <a:lvl1pPr marL="342900" indent="-3429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342900" marR="0" lvl="0" indent="-342900" algn="l" defTabSz="914400" rtl="0" eaLnBrk="0" fontAlgn="base" latinLnBrk="0" hangingPunct="0">
              <a:lnSpc>
                <a:spcPct val="100000"/>
              </a:lnSpc>
              <a:spcBef>
                <a:spcPct val="0"/>
              </a:spcBef>
              <a:spcAft>
                <a:spcPct val="0"/>
              </a:spcAft>
              <a:buClrTx/>
              <a:buSzTx/>
              <a:buFontTx/>
              <a:buNone/>
              <a:defRPr/>
            </a:pPr>
            <a:r>
              <a:rPr kumimoji="1" lang="zh-CN" altLang="en-US" sz="3600" b="0" i="0" u="none" strike="noStrike" kern="1200" cap="none" spc="0" normalizeH="0" baseline="0" noProof="0" dirty="0">
                <a:ln w="0"/>
                <a:solidFill>
                  <a:srgbClr val="FF0000"/>
                </a:solidFill>
                <a:effectLst>
                  <a:outerShdw blurRad="38100" dist="19050" dir="2700000" algn="tl" rotWithShape="0">
                    <a:schemeClr val="dk1">
                      <a:alpha val="40000"/>
                    </a:schemeClr>
                  </a:outerShdw>
                </a:effectLst>
                <a:uLnTx/>
                <a:uFillTx/>
                <a:latin typeface="微软雅黑" panose="020B0503020204020204" pitchFamily="34" charset="-122"/>
                <a:ea typeface="微软雅黑" panose="020B0503020204020204" pitchFamily="34" charset="-122"/>
                <a:cs typeface="+mn-cs"/>
              </a:rPr>
              <a:t>二、实验原理</a:t>
            </a:r>
            <a:r>
              <a:rPr kumimoji="1" lang="en-US" altLang="zh-CN" sz="3600" b="0" i="0" u="none" strike="noStrike" kern="1200" cap="none" spc="0" normalizeH="0" baseline="0" noProof="0" dirty="0">
                <a:ln w="0"/>
                <a:solidFill>
                  <a:srgbClr val="FF0000"/>
                </a:solidFill>
                <a:effectLst>
                  <a:outerShdw blurRad="38100" dist="19050" dir="2700000" algn="tl" rotWithShape="0">
                    <a:schemeClr val="dk1">
                      <a:alpha val="40000"/>
                    </a:schemeClr>
                  </a:outerShdw>
                </a:effectLst>
                <a:uLnTx/>
                <a:uFillTx/>
                <a:latin typeface="微软雅黑" panose="020B0503020204020204" pitchFamily="34" charset="-122"/>
                <a:ea typeface="微软雅黑" panose="020B0503020204020204" pitchFamily="34" charset="-122"/>
                <a:cs typeface="+mn-cs"/>
              </a:rPr>
              <a:t>/</a:t>
            </a:r>
            <a:r>
              <a:rPr kumimoji="1" lang="en-US" altLang="zh-CN" sz="2800" b="0" i="0" u="none" strike="noStrike" kern="1200" cap="none" spc="0" normalizeH="0" baseline="0" noProof="0" dirty="0">
                <a:ln w="0"/>
                <a:solidFill>
                  <a:srgbClr val="003300"/>
                </a:solidFill>
                <a:effectLst>
                  <a:outerShdw blurRad="38100" dist="19050" dir="2700000" algn="tl" rotWithShape="0">
                    <a:schemeClr val="dk1">
                      <a:alpha val="40000"/>
                    </a:schemeClr>
                  </a:outerShdw>
                </a:effectLst>
                <a:uLnTx/>
                <a:uFillTx/>
                <a:latin typeface="微软雅黑" panose="020B0503020204020204" pitchFamily="34" charset="-122"/>
                <a:ea typeface="微软雅黑" panose="020B0503020204020204" pitchFamily="34" charset="-122"/>
                <a:cs typeface="+mn-cs"/>
              </a:rPr>
              <a:t>2.4</a:t>
            </a:r>
            <a:r>
              <a:rPr kumimoji="1" lang="zh-CN" altLang="en-US" sz="2800" b="0" i="0" u="none" strike="noStrike" kern="1200" cap="none" spc="0" normalizeH="0" baseline="0" noProof="0" dirty="0">
                <a:ln w="0"/>
                <a:solidFill>
                  <a:srgbClr val="003300"/>
                </a:solidFill>
                <a:effectLst>
                  <a:outerShdw blurRad="38100" dist="19050" dir="2700000" algn="tl" rotWithShape="0">
                    <a:schemeClr val="dk1">
                      <a:alpha val="40000"/>
                    </a:schemeClr>
                  </a:outerShdw>
                </a:effectLst>
                <a:uLnTx/>
                <a:uFillTx/>
                <a:latin typeface="微软雅黑" panose="020B0503020204020204" pitchFamily="34" charset="-122"/>
                <a:ea typeface="微软雅黑" panose="020B0503020204020204" pitchFamily="34" charset="-122"/>
                <a:cs typeface="+mn-cs"/>
              </a:rPr>
              <a:t>稳压电路</a:t>
            </a:r>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107"/>
          <p:cNvSpPr>
            <a:spLocks noChangeArrowheads="1"/>
          </p:cNvSpPr>
          <p:nvPr/>
        </p:nvSpPr>
        <p:spPr bwMode="auto">
          <a:xfrm>
            <a:off x="295275" y="2878138"/>
            <a:ext cx="2116138"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400" b="1" i="0" u="none" strike="noStrike" kern="1200" cap="none" spc="0" normalizeH="0" baseline="0" noProof="0" dirty="0">
                <a:ln>
                  <a:noFill/>
                </a:ln>
                <a:solidFill>
                  <a:srgbClr val="CC3300"/>
                </a:solidFill>
                <a:effectLst>
                  <a:outerShdw blurRad="38100" dist="38100" dir="2700000" algn="tl">
                    <a:srgbClr val="000000"/>
                  </a:outerShdw>
                </a:effectLst>
                <a:uLnTx/>
                <a:uFillTx/>
                <a:latin typeface="Arial" panose="020B0604020202020204" pitchFamily="34" charset="0"/>
                <a:ea typeface="华文中宋" panose="02010600040101010101" pitchFamily="2" charset="-122"/>
                <a:cs typeface="+mn-cs"/>
              </a:rPr>
              <a:t>三端可调式</a:t>
            </a:r>
          </a:p>
        </p:txBody>
      </p:sp>
      <p:grpSp>
        <p:nvGrpSpPr>
          <p:cNvPr id="10" name="Group 112"/>
          <p:cNvGrpSpPr/>
          <p:nvPr/>
        </p:nvGrpSpPr>
        <p:grpSpPr>
          <a:xfrm>
            <a:off x="2520950" y="2647950"/>
            <a:ext cx="3913188" cy="1189038"/>
            <a:chOff x="1584" y="650"/>
            <a:chExt cx="2465" cy="749"/>
          </a:xfrm>
        </p:grpSpPr>
        <p:sp>
          <p:nvSpPr>
            <p:cNvPr id="24588" name="Text Box 109"/>
            <p:cNvSpPr txBox="1"/>
            <p:nvPr/>
          </p:nvSpPr>
          <p:spPr>
            <a:xfrm>
              <a:off x="1766" y="650"/>
              <a:ext cx="2273" cy="330"/>
            </a:xfrm>
            <a:prstGeom prst="rect">
              <a:avLst/>
            </a:prstGeom>
            <a:noFill/>
            <a:ln w="9525">
              <a:noFill/>
            </a:ln>
          </p:spPr>
          <p:txBody>
            <a:bodyPr wrap="none">
              <a:spAutoFit/>
            </a:bodyPr>
            <a:lstStyle/>
            <a:p>
              <a:r>
                <a:rPr lang="zh-CN" altLang="en-US" sz="2800" b="1" dirty="0">
                  <a:solidFill>
                    <a:schemeClr val="accent2"/>
                  </a:solidFill>
                  <a:latin typeface="Times New Roman" panose="02020603050405020304" pitchFamily="18" charset="0"/>
                  <a:ea typeface="楷体_GB2312"/>
                </a:rPr>
                <a:t>正电压输出　</a:t>
              </a:r>
              <a:r>
                <a:rPr lang="en-US" altLang="zh-CN" sz="2800" b="1" dirty="0">
                  <a:solidFill>
                    <a:srgbClr val="FF3300"/>
                  </a:solidFill>
                  <a:latin typeface="Times New Roman" panose="02020603050405020304" pitchFamily="18" charset="0"/>
                  <a:ea typeface="楷体_GB2312"/>
                </a:rPr>
                <a:t>317</a:t>
              </a:r>
              <a:r>
                <a:rPr lang="zh-CN" altLang="en-US" sz="2800" b="1" dirty="0">
                  <a:solidFill>
                    <a:srgbClr val="FF3300"/>
                  </a:solidFill>
                  <a:latin typeface="Times New Roman" panose="02020603050405020304" pitchFamily="18" charset="0"/>
                  <a:ea typeface="楷体_GB2312"/>
                </a:rPr>
                <a:t>系列</a:t>
              </a:r>
              <a:endParaRPr lang="zh-CN" altLang="en-US" sz="2800" b="1" dirty="0">
                <a:solidFill>
                  <a:schemeClr val="accent2"/>
                </a:solidFill>
                <a:latin typeface="Times New Roman" panose="02020603050405020304" pitchFamily="18" charset="0"/>
                <a:ea typeface="楷体_GB2312"/>
              </a:endParaRPr>
            </a:p>
          </p:txBody>
        </p:sp>
        <p:sp>
          <p:nvSpPr>
            <p:cNvPr id="24589" name="Text Box 110"/>
            <p:cNvSpPr txBox="1"/>
            <p:nvPr/>
          </p:nvSpPr>
          <p:spPr>
            <a:xfrm>
              <a:off x="1776" y="1069"/>
              <a:ext cx="2273" cy="330"/>
            </a:xfrm>
            <a:prstGeom prst="rect">
              <a:avLst/>
            </a:prstGeom>
            <a:noFill/>
            <a:ln w="9525">
              <a:noFill/>
            </a:ln>
          </p:spPr>
          <p:txBody>
            <a:bodyPr wrap="none">
              <a:spAutoFit/>
            </a:bodyPr>
            <a:lstStyle/>
            <a:p>
              <a:r>
                <a:rPr lang="zh-CN" altLang="en-US" sz="2800" b="1" dirty="0">
                  <a:solidFill>
                    <a:schemeClr val="accent2"/>
                  </a:solidFill>
                  <a:latin typeface="Times New Roman" panose="02020603050405020304" pitchFamily="18" charset="0"/>
                  <a:ea typeface="楷体_GB2312"/>
                </a:rPr>
                <a:t>负电压输出　</a:t>
              </a:r>
              <a:r>
                <a:rPr lang="en-US" altLang="zh-CN" sz="2800" b="1" dirty="0">
                  <a:solidFill>
                    <a:srgbClr val="FF3300"/>
                  </a:solidFill>
                  <a:latin typeface="Times New Roman" panose="02020603050405020304" pitchFamily="18" charset="0"/>
                  <a:ea typeface="楷体_GB2312"/>
                </a:rPr>
                <a:t>337</a:t>
              </a:r>
              <a:r>
                <a:rPr lang="zh-CN" altLang="en-US" sz="2800" b="1" dirty="0">
                  <a:solidFill>
                    <a:srgbClr val="FF3300"/>
                  </a:solidFill>
                  <a:latin typeface="Times New Roman" panose="02020603050405020304" pitchFamily="18" charset="0"/>
                  <a:ea typeface="楷体_GB2312"/>
                </a:rPr>
                <a:t>系列</a:t>
              </a:r>
              <a:endParaRPr lang="zh-CN" altLang="en-US" sz="2800" b="1" dirty="0">
                <a:solidFill>
                  <a:schemeClr val="accent2"/>
                </a:solidFill>
                <a:latin typeface="Times New Roman" panose="02020603050405020304" pitchFamily="18" charset="0"/>
                <a:ea typeface="楷体_GB2312"/>
              </a:endParaRPr>
            </a:p>
          </p:txBody>
        </p:sp>
        <p:sp>
          <p:nvSpPr>
            <p:cNvPr id="24590" name="AutoShape 111"/>
            <p:cNvSpPr/>
            <p:nvPr/>
          </p:nvSpPr>
          <p:spPr>
            <a:xfrm>
              <a:off x="1584" y="768"/>
              <a:ext cx="144" cy="480"/>
            </a:xfrm>
            <a:prstGeom prst="leftBrace">
              <a:avLst>
                <a:gd name="adj1" fmla="val 27777"/>
                <a:gd name="adj2" fmla="val 50000"/>
              </a:avLst>
            </a:prstGeom>
            <a:noFill/>
            <a:ln w="28575" cap="flat" cmpd="sng">
              <a:solidFill>
                <a:schemeClr val="tx1"/>
              </a:solidFill>
              <a:prstDash val="solid"/>
              <a:headEnd type="none" w="med" len="med"/>
              <a:tailEnd type="none" w="med" len="med"/>
            </a:ln>
          </p:spPr>
          <p:txBody>
            <a:bodyPr wrap="none" anchor="ctr" anchorCtr="0"/>
            <a:lstStyle/>
            <a:p>
              <a:endParaRPr lang="zh-CN" altLang="en-US" sz="2800" b="1" dirty="0">
                <a:latin typeface="Times New Roman" panose="02020603050405020304" pitchFamily="18" charset="0"/>
                <a:ea typeface="楷体_GB2312"/>
              </a:endParaRPr>
            </a:p>
          </p:txBody>
        </p:sp>
      </p:grpSp>
      <p:sp>
        <p:nvSpPr>
          <p:cNvPr id="14" name="Rectangle 1037"/>
          <p:cNvSpPr>
            <a:spLocks noChangeArrowheads="1"/>
          </p:cNvSpPr>
          <p:nvPr/>
        </p:nvSpPr>
        <p:spPr bwMode="auto">
          <a:xfrm>
            <a:off x="266700" y="1577975"/>
            <a:ext cx="2143125"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400" b="1" i="0" u="none" strike="noStrike" kern="1200" cap="none" spc="0" normalizeH="0" baseline="0" noProof="0" dirty="0">
                <a:ln>
                  <a:noFill/>
                </a:ln>
                <a:solidFill>
                  <a:srgbClr val="CC3300"/>
                </a:solidFill>
                <a:effectLst>
                  <a:outerShdw blurRad="38100" dist="38100" dir="2700000" algn="tl">
                    <a:srgbClr val="000000"/>
                  </a:outerShdw>
                </a:effectLst>
                <a:uLnTx/>
                <a:uFillTx/>
                <a:latin typeface="Arial" panose="020B0604020202020204" pitchFamily="34" charset="0"/>
                <a:ea typeface="华文中宋" panose="02010600040101010101" pitchFamily="2" charset="-122"/>
                <a:cs typeface="+mn-cs"/>
              </a:rPr>
              <a:t>三端固定式</a:t>
            </a:r>
          </a:p>
        </p:txBody>
      </p:sp>
      <p:grpSp>
        <p:nvGrpSpPr>
          <p:cNvPr id="15" name="Group 112"/>
          <p:cNvGrpSpPr/>
          <p:nvPr/>
        </p:nvGrpSpPr>
        <p:grpSpPr>
          <a:xfrm>
            <a:off x="2411413" y="1268413"/>
            <a:ext cx="4252912" cy="1189037"/>
            <a:chOff x="1584" y="650"/>
            <a:chExt cx="2679" cy="749"/>
          </a:xfrm>
        </p:grpSpPr>
        <p:sp>
          <p:nvSpPr>
            <p:cNvPr id="24585" name="Text Box 109"/>
            <p:cNvSpPr txBox="1"/>
            <p:nvPr/>
          </p:nvSpPr>
          <p:spPr>
            <a:xfrm>
              <a:off x="1766" y="650"/>
              <a:ext cx="2487" cy="330"/>
            </a:xfrm>
            <a:prstGeom prst="rect">
              <a:avLst/>
            </a:prstGeom>
            <a:noFill/>
            <a:ln w="9525">
              <a:noFill/>
            </a:ln>
          </p:spPr>
          <p:txBody>
            <a:bodyPr wrap="none">
              <a:spAutoFit/>
            </a:bodyPr>
            <a:lstStyle/>
            <a:p>
              <a:r>
                <a:rPr lang="zh-CN" altLang="en-US" sz="2800" b="1" dirty="0">
                  <a:solidFill>
                    <a:schemeClr val="accent2"/>
                  </a:solidFill>
                  <a:latin typeface="Times New Roman" panose="02020603050405020304" pitchFamily="18" charset="0"/>
                  <a:ea typeface="楷体_GB2312"/>
                </a:rPr>
                <a:t>正电压输出　</a:t>
              </a:r>
              <a:r>
                <a:rPr lang="en-US" altLang="zh-CN" sz="2800" b="1" dirty="0">
                  <a:solidFill>
                    <a:srgbClr val="FF3300"/>
                  </a:solidFill>
                  <a:latin typeface="Times New Roman" panose="02020603050405020304" pitchFamily="18" charset="0"/>
                  <a:ea typeface="楷体_GB2312"/>
                </a:rPr>
                <a:t>78XX</a:t>
              </a:r>
              <a:r>
                <a:rPr lang="zh-CN" altLang="en-US" sz="2800" b="1" dirty="0">
                  <a:solidFill>
                    <a:srgbClr val="FF3300"/>
                  </a:solidFill>
                  <a:latin typeface="Times New Roman" panose="02020603050405020304" pitchFamily="18" charset="0"/>
                  <a:ea typeface="楷体_GB2312"/>
                </a:rPr>
                <a:t>系列</a:t>
              </a:r>
              <a:endParaRPr lang="zh-CN" altLang="en-US" sz="2800" b="1" dirty="0">
                <a:solidFill>
                  <a:schemeClr val="accent2"/>
                </a:solidFill>
                <a:latin typeface="Times New Roman" panose="02020603050405020304" pitchFamily="18" charset="0"/>
                <a:ea typeface="楷体_GB2312"/>
              </a:endParaRPr>
            </a:p>
          </p:txBody>
        </p:sp>
        <p:sp>
          <p:nvSpPr>
            <p:cNvPr id="24586" name="Text Box 110"/>
            <p:cNvSpPr txBox="1"/>
            <p:nvPr/>
          </p:nvSpPr>
          <p:spPr>
            <a:xfrm>
              <a:off x="1776" y="1069"/>
              <a:ext cx="2487" cy="330"/>
            </a:xfrm>
            <a:prstGeom prst="rect">
              <a:avLst/>
            </a:prstGeom>
            <a:noFill/>
            <a:ln w="9525">
              <a:noFill/>
            </a:ln>
          </p:spPr>
          <p:txBody>
            <a:bodyPr wrap="none">
              <a:spAutoFit/>
            </a:bodyPr>
            <a:lstStyle/>
            <a:p>
              <a:r>
                <a:rPr lang="zh-CN" altLang="en-US" sz="2800" b="1" dirty="0">
                  <a:solidFill>
                    <a:schemeClr val="accent2"/>
                  </a:solidFill>
                  <a:latin typeface="Times New Roman" panose="02020603050405020304" pitchFamily="18" charset="0"/>
                  <a:ea typeface="楷体_GB2312"/>
                </a:rPr>
                <a:t>负电压输出　</a:t>
              </a:r>
              <a:r>
                <a:rPr lang="en-US" altLang="zh-CN" sz="2800" b="1" dirty="0">
                  <a:solidFill>
                    <a:srgbClr val="FF3300"/>
                  </a:solidFill>
                  <a:latin typeface="Times New Roman" panose="02020603050405020304" pitchFamily="18" charset="0"/>
                  <a:ea typeface="楷体_GB2312"/>
                </a:rPr>
                <a:t>79XX</a:t>
              </a:r>
              <a:r>
                <a:rPr lang="zh-CN" altLang="en-US" sz="2800" b="1" dirty="0">
                  <a:solidFill>
                    <a:srgbClr val="FF3300"/>
                  </a:solidFill>
                  <a:latin typeface="Times New Roman" panose="02020603050405020304" pitchFamily="18" charset="0"/>
                  <a:ea typeface="楷体_GB2312"/>
                </a:rPr>
                <a:t>系列</a:t>
              </a:r>
              <a:endParaRPr lang="zh-CN" altLang="en-US" sz="2800" b="1" dirty="0">
                <a:solidFill>
                  <a:schemeClr val="accent2"/>
                </a:solidFill>
                <a:latin typeface="Times New Roman" panose="02020603050405020304" pitchFamily="18" charset="0"/>
                <a:ea typeface="楷体_GB2312"/>
              </a:endParaRPr>
            </a:p>
          </p:txBody>
        </p:sp>
        <p:sp>
          <p:nvSpPr>
            <p:cNvPr id="24587" name="AutoShape 111"/>
            <p:cNvSpPr/>
            <p:nvPr/>
          </p:nvSpPr>
          <p:spPr>
            <a:xfrm>
              <a:off x="1584" y="768"/>
              <a:ext cx="144" cy="480"/>
            </a:xfrm>
            <a:prstGeom prst="leftBrace">
              <a:avLst>
                <a:gd name="adj1" fmla="val 27777"/>
                <a:gd name="adj2" fmla="val 50000"/>
              </a:avLst>
            </a:prstGeom>
            <a:noFill/>
            <a:ln w="28575" cap="flat" cmpd="sng">
              <a:solidFill>
                <a:schemeClr val="tx1"/>
              </a:solidFill>
              <a:prstDash val="solid"/>
              <a:headEnd type="none" w="med" len="med"/>
              <a:tailEnd type="none" w="med" len="med"/>
            </a:ln>
          </p:spPr>
          <p:txBody>
            <a:bodyPr wrap="none" anchor="ctr" anchorCtr="0"/>
            <a:lstStyle/>
            <a:p>
              <a:endParaRPr lang="zh-CN" altLang="en-US" sz="2800" b="1" dirty="0">
                <a:latin typeface="Times New Roman" panose="02020603050405020304" pitchFamily="18" charset="0"/>
                <a:ea typeface="楷体_GB2312"/>
              </a:endParaRPr>
            </a:p>
          </p:txBody>
        </p:sp>
      </p:grpSp>
      <p:pic>
        <p:nvPicPr>
          <p:cNvPr id="24582" name="图片 2"/>
          <p:cNvPicPr>
            <a:picLocks noChangeAspect="1"/>
          </p:cNvPicPr>
          <p:nvPr/>
        </p:nvPicPr>
        <p:blipFill>
          <a:blip r:embed="rId3"/>
          <a:stretch>
            <a:fillRect/>
          </a:stretch>
        </p:blipFill>
        <p:spPr>
          <a:xfrm>
            <a:off x="1519238" y="4176713"/>
            <a:ext cx="2003425" cy="1776412"/>
          </a:xfrm>
          <a:prstGeom prst="rect">
            <a:avLst/>
          </a:prstGeom>
          <a:noFill/>
          <a:ln w="9525">
            <a:noFill/>
          </a:ln>
        </p:spPr>
      </p:pic>
      <p:pic>
        <p:nvPicPr>
          <p:cNvPr id="24583" name="图片 3"/>
          <p:cNvPicPr>
            <a:picLocks noChangeAspect="1"/>
          </p:cNvPicPr>
          <p:nvPr/>
        </p:nvPicPr>
        <p:blipFill>
          <a:blip r:embed="rId4"/>
          <a:stretch>
            <a:fillRect/>
          </a:stretch>
        </p:blipFill>
        <p:spPr>
          <a:xfrm>
            <a:off x="6000750" y="4149725"/>
            <a:ext cx="2740025" cy="1882775"/>
          </a:xfrm>
          <a:prstGeom prst="rect">
            <a:avLst/>
          </a:prstGeom>
          <a:noFill/>
          <a:ln w="9525">
            <a:noFill/>
          </a:ln>
        </p:spPr>
      </p:pic>
      <p:sp>
        <p:nvSpPr>
          <p:cNvPr id="16" name="Rectangle 66"/>
          <p:cNvSpPr>
            <a:spLocks noChangeArrowheads="1"/>
          </p:cNvSpPr>
          <p:nvPr/>
        </p:nvSpPr>
        <p:spPr bwMode="auto">
          <a:xfrm>
            <a:off x="160338" y="111125"/>
            <a:ext cx="7483475"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lstStyle>
            <a:lvl1pPr marL="342900" indent="-3429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342900" marR="0" lvl="0" indent="-342900" algn="l" defTabSz="914400" rtl="0" eaLnBrk="0" fontAlgn="base" latinLnBrk="0" hangingPunct="0">
              <a:lnSpc>
                <a:spcPct val="100000"/>
              </a:lnSpc>
              <a:spcBef>
                <a:spcPct val="0"/>
              </a:spcBef>
              <a:spcAft>
                <a:spcPct val="0"/>
              </a:spcAft>
              <a:buClrTx/>
              <a:buSzTx/>
              <a:buFontTx/>
              <a:buNone/>
              <a:defRPr/>
            </a:pPr>
            <a:r>
              <a:rPr kumimoji="1" lang="zh-CN" altLang="en-US" sz="3600" b="0" i="0" u="none" strike="noStrike" kern="1200" cap="none" spc="0" normalizeH="0" baseline="0" noProof="0" dirty="0">
                <a:ln w="0"/>
                <a:solidFill>
                  <a:srgbClr val="FF0000"/>
                </a:solidFill>
                <a:effectLst>
                  <a:outerShdw blurRad="38100" dist="19050" dir="2700000" algn="tl" rotWithShape="0">
                    <a:schemeClr val="dk1">
                      <a:alpha val="40000"/>
                    </a:schemeClr>
                  </a:outerShdw>
                </a:effectLst>
                <a:uLnTx/>
                <a:uFillTx/>
                <a:latin typeface="微软雅黑" panose="020B0503020204020204" pitchFamily="34" charset="-122"/>
                <a:ea typeface="微软雅黑" panose="020B0503020204020204" pitchFamily="34" charset="-122"/>
                <a:cs typeface="+mn-cs"/>
              </a:rPr>
              <a:t>二、实验原理</a:t>
            </a:r>
            <a:r>
              <a:rPr kumimoji="1" lang="en-US" altLang="zh-CN" sz="3600" b="0" i="0" u="none" strike="noStrike" kern="1200" cap="none" spc="0" normalizeH="0" baseline="0" noProof="0" dirty="0">
                <a:ln w="0"/>
                <a:solidFill>
                  <a:srgbClr val="FF0000"/>
                </a:solidFill>
                <a:effectLst>
                  <a:outerShdw blurRad="38100" dist="19050" dir="2700000" algn="tl" rotWithShape="0">
                    <a:schemeClr val="dk1">
                      <a:alpha val="40000"/>
                    </a:schemeClr>
                  </a:outerShdw>
                </a:effectLst>
                <a:uLnTx/>
                <a:uFillTx/>
                <a:latin typeface="微软雅黑" panose="020B0503020204020204" pitchFamily="34" charset="-122"/>
                <a:ea typeface="微软雅黑" panose="020B0503020204020204" pitchFamily="34" charset="-122"/>
                <a:cs typeface="+mn-cs"/>
              </a:rPr>
              <a:t>/</a:t>
            </a:r>
            <a:r>
              <a:rPr kumimoji="1" lang="en-US" altLang="zh-CN" sz="2800" b="0" i="0" u="none" strike="noStrike" kern="1200" cap="none" spc="0" normalizeH="0" baseline="0" noProof="0" dirty="0">
                <a:ln w="0"/>
                <a:solidFill>
                  <a:srgbClr val="003300"/>
                </a:solidFill>
                <a:effectLst>
                  <a:outerShdw blurRad="38100" dist="19050" dir="2700000" algn="tl" rotWithShape="0">
                    <a:schemeClr val="dk1">
                      <a:alpha val="40000"/>
                    </a:schemeClr>
                  </a:outerShdw>
                </a:effectLst>
                <a:uLnTx/>
                <a:uFillTx/>
                <a:latin typeface="微软雅黑" panose="020B0503020204020204" pitchFamily="34" charset="-122"/>
                <a:ea typeface="微软雅黑" panose="020B0503020204020204" pitchFamily="34" charset="-122"/>
                <a:cs typeface="+mn-cs"/>
              </a:rPr>
              <a:t>2.4</a:t>
            </a:r>
            <a:r>
              <a:rPr kumimoji="1" lang="zh-CN" altLang="en-US" sz="2800" b="0" i="0" u="none" strike="noStrike" kern="1200" cap="none" spc="0" normalizeH="0" baseline="0" noProof="0" dirty="0">
                <a:ln w="0"/>
                <a:solidFill>
                  <a:srgbClr val="003300"/>
                </a:solidFill>
                <a:effectLst>
                  <a:outerShdw blurRad="38100" dist="19050" dir="2700000" algn="tl" rotWithShape="0">
                    <a:schemeClr val="dk1">
                      <a:alpha val="40000"/>
                    </a:schemeClr>
                  </a:outerShdw>
                </a:effectLst>
                <a:uLnTx/>
                <a:uFillTx/>
                <a:latin typeface="微软雅黑" panose="020B0503020204020204" pitchFamily="34" charset="-122"/>
                <a:ea typeface="微软雅黑" panose="020B0503020204020204" pitchFamily="34" charset="-122"/>
                <a:cs typeface="+mn-cs"/>
              </a:rPr>
              <a:t>稳压电路</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checkerboard(across)">
                                      <p:cBhvr>
                                        <p:cTn id="7" dur="5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dissolve">
                                      <p:cBhvr>
                                        <p:cTn id="12" dur="500"/>
                                        <p:tgtEl>
                                          <p:spTgt spid="15"/>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 calcmode="lin" valueType="num">
                                      <p:cBhvr additive="base">
                                        <p:cTn id="17" dur="500" fill="hold"/>
                                        <p:tgtEl>
                                          <p:spTgt spid="9"/>
                                        </p:tgtEl>
                                        <p:attrNameLst>
                                          <p:attrName>ppt_x</p:attrName>
                                        </p:attrNameLst>
                                      </p:cBhvr>
                                      <p:tavLst>
                                        <p:tav tm="0">
                                          <p:val>
                                            <p:strVal val="#ppt_x"/>
                                          </p:val>
                                        </p:tav>
                                        <p:tav tm="100000">
                                          <p:val>
                                            <p:strVal val="#ppt_x"/>
                                          </p:val>
                                        </p:tav>
                                      </p:tavLst>
                                    </p:anim>
                                    <p:anim calcmode="lin" valueType="num">
                                      <p:cBhvr additive="base">
                                        <p:cTn id="1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10"/>
                                        </p:tgtEl>
                                        <p:attrNameLst>
                                          <p:attrName>style.visibility</p:attrName>
                                        </p:attrNameLst>
                                      </p:cBhvr>
                                      <p:to>
                                        <p:strVal val="visible"/>
                                      </p:to>
                                    </p:set>
                                    <p:anim calcmode="lin" valueType="num">
                                      <p:cBhvr additive="base">
                                        <p:cTn id="23" dur="500" fill="hold"/>
                                        <p:tgtEl>
                                          <p:spTgt spid="10"/>
                                        </p:tgtEl>
                                        <p:attrNameLst>
                                          <p:attrName>ppt_x</p:attrName>
                                        </p:attrNameLst>
                                      </p:cBhvr>
                                      <p:tavLst>
                                        <p:tav tm="0">
                                          <p:val>
                                            <p:strVal val="#ppt_x"/>
                                          </p:val>
                                        </p:tav>
                                        <p:tav tm="100000">
                                          <p:val>
                                            <p:strVal val="#ppt_x"/>
                                          </p:val>
                                        </p:tav>
                                      </p:tavLst>
                                    </p:anim>
                                    <p:anim calcmode="lin" valueType="num">
                                      <p:cBhvr additive="base">
                                        <p:cTn id="24"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24583"/>
                                        </p:tgtEl>
                                        <p:attrNameLst>
                                          <p:attrName>style.visibility</p:attrName>
                                        </p:attrNameLst>
                                      </p:cBhvr>
                                      <p:to>
                                        <p:strVal val="visible"/>
                                      </p:to>
                                    </p:set>
                                    <p:anim calcmode="lin" valueType="num">
                                      <p:cBhvr additive="base">
                                        <p:cTn id="29" dur="500" fill="hold"/>
                                        <p:tgtEl>
                                          <p:spTgt spid="24583"/>
                                        </p:tgtEl>
                                        <p:attrNameLst>
                                          <p:attrName>ppt_x</p:attrName>
                                        </p:attrNameLst>
                                      </p:cBhvr>
                                      <p:tavLst>
                                        <p:tav tm="0">
                                          <p:val>
                                            <p:strVal val="#ppt_x"/>
                                          </p:val>
                                        </p:tav>
                                        <p:tav tm="100000">
                                          <p:val>
                                            <p:strVal val="#ppt_x"/>
                                          </p:val>
                                        </p:tav>
                                      </p:tavLst>
                                    </p:anim>
                                    <p:anim calcmode="lin" valueType="num">
                                      <p:cBhvr additive="base">
                                        <p:cTn id="30" dur="500" fill="hold"/>
                                        <p:tgtEl>
                                          <p:spTgt spid="24583"/>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24582"/>
                                        </p:tgtEl>
                                        <p:attrNameLst>
                                          <p:attrName>style.visibility</p:attrName>
                                        </p:attrNameLst>
                                      </p:cBhvr>
                                      <p:to>
                                        <p:strVal val="visible"/>
                                      </p:to>
                                    </p:set>
                                    <p:anim calcmode="lin" valueType="num">
                                      <p:cBhvr additive="base">
                                        <p:cTn id="35" dur="500" fill="hold"/>
                                        <p:tgtEl>
                                          <p:spTgt spid="24582"/>
                                        </p:tgtEl>
                                        <p:attrNameLst>
                                          <p:attrName>ppt_x</p:attrName>
                                        </p:attrNameLst>
                                      </p:cBhvr>
                                      <p:tavLst>
                                        <p:tav tm="0">
                                          <p:val>
                                            <p:strVal val="#ppt_x"/>
                                          </p:val>
                                        </p:tav>
                                        <p:tav tm="100000">
                                          <p:val>
                                            <p:strVal val="#ppt_x"/>
                                          </p:val>
                                        </p:tav>
                                      </p:tavLst>
                                    </p:anim>
                                    <p:anim calcmode="lin" valueType="num">
                                      <p:cBhvr additive="base">
                                        <p:cTn id="36" dur="500" fill="hold"/>
                                        <p:tgtEl>
                                          <p:spTgt spid="2458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4"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Text Box 2"/>
          <p:cNvSpPr txBox="1"/>
          <p:nvPr/>
        </p:nvSpPr>
        <p:spPr>
          <a:xfrm>
            <a:off x="2085975" y="5013325"/>
            <a:ext cx="2803525" cy="830263"/>
          </a:xfrm>
          <a:prstGeom prst="rect">
            <a:avLst/>
          </a:prstGeom>
          <a:noFill/>
          <a:ln w="28575" cap="flat" cmpd="sng">
            <a:solidFill>
              <a:srgbClr val="FF33CC"/>
            </a:solidFill>
            <a:prstDash val="solid"/>
            <a:miter/>
            <a:headEnd type="none" w="med" len="med"/>
            <a:tailEnd type="none" w="med" len="med"/>
          </a:ln>
        </p:spPr>
        <p:txBody>
          <a:bodyPr>
            <a:spAutoFit/>
          </a:bodyPr>
          <a:lstStyle/>
          <a:p>
            <a:pPr algn="ctr" eaLnBrk="1" hangingPunct="1"/>
            <a:r>
              <a:rPr lang="en-US" altLang="zh-CN" i="1" dirty="0">
                <a:solidFill>
                  <a:srgbClr val="FF0000"/>
                </a:solidFill>
                <a:latin typeface="Times New Roman" panose="02020603050405020304" pitchFamily="18" charset="0"/>
                <a:ea typeface="宋体" panose="02010600030101010101" pitchFamily="2" charset="-122"/>
              </a:rPr>
              <a:t>C</a:t>
            </a:r>
            <a:r>
              <a:rPr lang="en-US" altLang="zh-CN" i="1" baseline="-25000" dirty="0">
                <a:solidFill>
                  <a:srgbClr val="FF0000"/>
                </a:solidFill>
                <a:latin typeface="Times New Roman" panose="02020603050405020304" pitchFamily="18" charset="0"/>
                <a:ea typeface="宋体" panose="02010600030101010101" pitchFamily="2" charset="-122"/>
              </a:rPr>
              <a:t>I</a:t>
            </a:r>
            <a:r>
              <a:rPr lang="en-US" altLang="zh-CN" dirty="0">
                <a:solidFill>
                  <a:srgbClr val="FF0000"/>
                </a:solidFill>
                <a:latin typeface="Times New Roman" panose="02020603050405020304" pitchFamily="18" charset="0"/>
                <a:ea typeface="宋体" panose="02010600030101010101" pitchFamily="2" charset="-122"/>
              </a:rPr>
              <a:t>:</a:t>
            </a:r>
            <a:r>
              <a:rPr lang="zh-CN" altLang="en-US" dirty="0">
                <a:solidFill>
                  <a:srgbClr val="FF0000"/>
                </a:solidFill>
                <a:latin typeface="Times New Roman" panose="02020603050405020304" pitchFamily="18" charset="0"/>
                <a:ea typeface="宋体" panose="02010600030101010101" pitchFamily="2" charset="-122"/>
              </a:rPr>
              <a:t>抗干扰电容</a:t>
            </a:r>
          </a:p>
          <a:p>
            <a:pPr algn="ctr" eaLnBrk="1" hangingPunct="1"/>
            <a:r>
              <a:rPr lang="en-US" altLang="zh-CN" i="1" dirty="0">
                <a:solidFill>
                  <a:schemeClr val="accent2"/>
                </a:solidFill>
                <a:latin typeface="Times New Roman" panose="02020603050405020304" pitchFamily="18" charset="0"/>
                <a:ea typeface="宋体" panose="02010600030101010101" pitchFamily="2" charset="-122"/>
              </a:rPr>
              <a:t>C</a:t>
            </a:r>
            <a:r>
              <a:rPr lang="en-US" altLang="zh-CN" i="1" baseline="-25000" dirty="0">
                <a:solidFill>
                  <a:schemeClr val="accent2"/>
                </a:solidFill>
                <a:latin typeface="Times New Roman" panose="02020603050405020304" pitchFamily="18" charset="0"/>
                <a:ea typeface="宋体" panose="02010600030101010101" pitchFamily="2" charset="-122"/>
              </a:rPr>
              <a:t>O</a:t>
            </a:r>
            <a:r>
              <a:rPr lang="en-US" altLang="zh-CN" dirty="0">
                <a:solidFill>
                  <a:schemeClr val="accent2"/>
                </a:solidFill>
                <a:latin typeface="Times New Roman" panose="02020603050405020304" pitchFamily="18" charset="0"/>
                <a:ea typeface="宋体" panose="02010600030101010101" pitchFamily="2" charset="-122"/>
              </a:rPr>
              <a:t>:</a:t>
            </a:r>
            <a:r>
              <a:rPr lang="zh-CN" altLang="en-US" dirty="0">
                <a:solidFill>
                  <a:schemeClr val="accent2"/>
                </a:solidFill>
                <a:latin typeface="Times New Roman" panose="02020603050405020304" pitchFamily="18" charset="0"/>
                <a:ea typeface="宋体" panose="02010600030101010101" pitchFamily="2" charset="-122"/>
              </a:rPr>
              <a:t>防自激电容</a:t>
            </a:r>
          </a:p>
        </p:txBody>
      </p:sp>
      <p:grpSp>
        <p:nvGrpSpPr>
          <p:cNvPr id="2" name="Group 4"/>
          <p:cNvGrpSpPr/>
          <p:nvPr/>
        </p:nvGrpSpPr>
        <p:grpSpPr>
          <a:xfrm>
            <a:off x="649288" y="1749425"/>
            <a:ext cx="1346200" cy="4318000"/>
            <a:chOff x="1345" y="730"/>
            <a:chExt cx="848" cy="2720"/>
          </a:xfrm>
        </p:grpSpPr>
        <p:sp>
          <p:nvSpPr>
            <p:cNvPr id="26673" name="Oval 5"/>
            <p:cNvSpPr/>
            <p:nvPr/>
          </p:nvSpPr>
          <p:spPr>
            <a:xfrm>
              <a:off x="1662" y="2308"/>
              <a:ext cx="89" cy="86"/>
            </a:xfrm>
            <a:prstGeom prst="ellipse">
              <a:avLst/>
            </a:prstGeom>
            <a:gradFill rotWithShape="0">
              <a:gsLst>
                <a:gs pos="0">
                  <a:srgbClr val="454545"/>
                </a:gs>
                <a:gs pos="100000">
                  <a:srgbClr val="969696"/>
                </a:gs>
              </a:gsLst>
              <a:lin ang="0" scaled="1"/>
              <a:tileRect/>
            </a:gradFill>
            <a:ln w="9525" cap="flat" cmpd="sng">
              <a:prstDash val="solid"/>
              <a:headEnd type="none" w="med" len="med"/>
              <a:tailEnd type="none" w="med" len="med"/>
            </a:ln>
            <a:scene3d>
              <a:camera prst="legacyObliqueTopRight">
                <a:rot lat="16200000" lon="0" rev="0"/>
              </a:camera>
              <a:lightRig rig="legacyFlat4" dir="t"/>
            </a:scene3d>
            <a:sp3d extrusionH="1243000" prstMaterial="legacyMetal">
              <a:bevelT w="13500" h="13500" prst="angle"/>
              <a:bevelB w="13500" h="13500" prst="angle"/>
              <a:extrusionClr>
                <a:srgbClr val="969696"/>
              </a:extrusionClr>
            </a:sp3d>
          </p:spPr>
          <p:txBody>
            <a:bodyPr wrap="none" anchor="ctr" anchorCtr="0">
              <a:flatTx/>
            </a:bodyPr>
            <a:lstStyle/>
            <a:p>
              <a:pPr algn="ctr" eaLnBrk="1" hangingPunct="1">
                <a:spcBef>
                  <a:spcPct val="50000"/>
                </a:spcBef>
              </a:pPr>
              <a:endParaRPr lang="zh-CN" altLang="en-US" sz="2800" dirty="0">
                <a:latin typeface="Times New Roman" panose="02020603050405020304" pitchFamily="18" charset="0"/>
                <a:ea typeface="楷体_GB2312"/>
              </a:endParaRPr>
            </a:p>
          </p:txBody>
        </p:sp>
        <p:sp>
          <p:nvSpPr>
            <p:cNvPr id="26674" name="Oval 6"/>
            <p:cNvSpPr/>
            <p:nvPr/>
          </p:nvSpPr>
          <p:spPr>
            <a:xfrm>
              <a:off x="1846" y="2165"/>
              <a:ext cx="89" cy="86"/>
            </a:xfrm>
            <a:prstGeom prst="ellipse">
              <a:avLst/>
            </a:prstGeom>
            <a:gradFill rotWithShape="0">
              <a:gsLst>
                <a:gs pos="0">
                  <a:srgbClr val="454545"/>
                </a:gs>
                <a:gs pos="100000">
                  <a:srgbClr val="969696"/>
                </a:gs>
              </a:gsLst>
              <a:lin ang="0" scaled="1"/>
              <a:tileRect/>
            </a:gradFill>
            <a:ln w="9525" cap="flat" cmpd="sng">
              <a:prstDash val="solid"/>
              <a:headEnd type="none" w="med" len="med"/>
              <a:tailEnd type="none" w="med" len="med"/>
            </a:ln>
            <a:scene3d>
              <a:camera prst="legacyObliqueTopRight">
                <a:rot lat="16200000" lon="0" rev="0"/>
              </a:camera>
              <a:lightRig rig="legacyFlat4" dir="t"/>
            </a:scene3d>
            <a:sp3d extrusionH="1243000" prstMaterial="legacyMetal">
              <a:bevelT w="13500" h="13500" prst="angle"/>
              <a:bevelB w="13500" h="13500" prst="angle"/>
              <a:extrusionClr>
                <a:srgbClr val="969696"/>
              </a:extrusionClr>
            </a:sp3d>
          </p:spPr>
          <p:txBody>
            <a:bodyPr wrap="none" anchor="ctr" anchorCtr="0">
              <a:flatTx/>
            </a:bodyPr>
            <a:lstStyle/>
            <a:p>
              <a:pPr algn="ctr" eaLnBrk="1" hangingPunct="1">
                <a:spcBef>
                  <a:spcPct val="50000"/>
                </a:spcBef>
              </a:pPr>
              <a:endParaRPr lang="zh-CN" altLang="en-US" sz="2800" dirty="0">
                <a:latin typeface="Times New Roman" panose="02020603050405020304" pitchFamily="18" charset="0"/>
                <a:ea typeface="楷体_GB2312"/>
              </a:endParaRPr>
            </a:p>
          </p:txBody>
        </p:sp>
        <p:sp>
          <p:nvSpPr>
            <p:cNvPr id="26675" name="Oval 7"/>
            <p:cNvSpPr/>
            <p:nvPr/>
          </p:nvSpPr>
          <p:spPr>
            <a:xfrm>
              <a:off x="2031" y="1997"/>
              <a:ext cx="89" cy="86"/>
            </a:xfrm>
            <a:prstGeom prst="ellipse">
              <a:avLst/>
            </a:prstGeom>
            <a:gradFill rotWithShape="0">
              <a:gsLst>
                <a:gs pos="0">
                  <a:srgbClr val="454545"/>
                </a:gs>
                <a:gs pos="100000">
                  <a:srgbClr val="969696"/>
                </a:gs>
              </a:gsLst>
              <a:lin ang="0" scaled="1"/>
              <a:tileRect/>
            </a:gradFill>
            <a:ln w="9525" cap="flat" cmpd="sng">
              <a:prstDash val="solid"/>
              <a:headEnd type="none" w="med" len="med"/>
              <a:tailEnd type="none" w="med" len="med"/>
            </a:ln>
            <a:scene3d>
              <a:camera prst="legacyObliqueTopRight">
                <a:rot lat="16200000" lon="0" rev="0"/>
              </a:camera>
              <a:lightRig rig="legacyFlat4" dir="t"/>
            </a:scene3d>
            <a:sp3d extrusionH="1243000" prstMaterial="legacyMetal">
              <a:bevelT w="13500" h="13500" prst="angle"/>
              <a:bevelB w="13500" h="13500" prst="angle"/>
              <a:extrusionClr>
                <a:srgbClr val="969696"/>
              </a:extrusionClr>
            </a:sp3d>
          </p:spPr>
          <p:txBody>
            <a:bodyPr wrap="none" anchor="ctr" anchorCtr="0">
              <a:flatTx/>
            </a:bodyPr>
            <a:lstStyle/>
            <a:p>
              <a:pPr algn="ctr" eaLnBrk="1" hangingPunct="1">
                <a:spcBef>
                  <a:spcPct val="50000"/>
                </a:spcBef>
              </a:pPr>
              <a:endParaRPr lang="zh-CN" altLang="en-US" sz="2800" dirty="0">
                <a:latin typeface="Times New Roman" panose="02020603050405020304" pitchFamily="18" charset="0"/>
                <a:ea typeface="楷体_GB2312"/>
              </a:endParaRPr>
            </a:p>
          </p:txBody>
        </p:sp>
        <p:sp>
          <p:nvSpPr>
            <p:cNvPr id="26676" name="Text Box 8"/>
            <p:cNvSpPr txBox="1"/>
            <p:nvPr/>
          </p:nvSpPr>
          <p:spPr>
            <a:xfrm>
              <a:off x="1609" y="3123"/>
              <a:ext cx="228" cy="327"/>
            </a:xfrm>
            <a:prstGeom prst="rect">
              <a:avLst/>
            </a:prstGeom>
            <a:noFill/>
            <a:ln w="28575">
              <a:noFill/>
            </a:ln>
          </p:spPr>
          <p:txBody>
            <a:bodyPr wrap="none" anchor="ctr" anchorCtr="0">
              <a:spAutoFit/>
            </a:bodyPr>
            <a:lstStyle/>
            <a:p>
              <a:pPr algn="ctr" eaLnBrk="1" hangingPunct="1"/>
              <a:r>
                <a:rPr lang="en-US" altLang="zh-CN" sz="2800" dirty="0">
                  <a:solidFill>
                    <a:srgbClr val="FF0000"/>
                  </a:solidFill>
                  <a:latin typeface="Times New Roman" panose="02020603050405020304" pitchFamily="18" charset="0"/>
                  <a:ea typeface="楷体_GB2312"/>
                </a:rPr>
                <a:t>1</a:t>
              </a:r>
              <a:endParaRPr lang="en-US" altLang="zh-CN" sz="2800" dirty="0">
                <a:latin typeface="Times New Roman" panose="02020603050405020304" pitchFamily="18" charset="0"/>
                <a:ea typeface="楷体_GB2312"/>
              </a:endParaRPr>
            </a:p>
          </p:txBody>
        </p:sp>
        <p:sp>
          <p:nvSpPr>
            <p:cNvPr id="26677" name="Text Box 9"/>
            <p:cNvSpPr txBox="1"/>
            <p:nvPr/>
          </p:nvSpPr>
          <p:spPr>
            <a:xfrm>
              <a:off x="1793" y="2940"/>
              <a:ext cx="228" cy="327"/>
            </a:xfrm>
            <a:prstGeom prst="rect">
              <a:avLst/>
            </a:prstGeom>
            <a:noFill/>
            <a:ln w="28575">
              <a:noFill/>
            </a:ln>
          </p:spPr>
          <p:txBody>
            <a:bodyPr wrap="none" anchor="ctr" anchorCtr="0">
              <a:spAutoFit/>
            </a:bodyPr>
            <a:lstStyle/>
            <a:p>
              <a:pPr algn="ctr" eaLnBrk="1" hangingPunct="1"/>
              <a:r>
                <a:rPr lang="en-US" altLang="zh-CN" sz="2800" dirty="0">
                  <a:solidFill>
                    <a:srgbClr val="008000"/>
                  </a:solidFill>
                  <a:latin typeface="Times New Roman" panose="02020603050405020304" pitchFamily="18" charset="0"/>
                  <a:ea typeface="楷体_GB2312"/>
                </a:rPr>
                <a:t>2</a:t>
              </a:r>
              <a:endParaRPr lang="en-US" altLang="zh-CN" sz="2800" dirty="0">
                <a:latin typeface="Times New Roman" panose="02020603050405020304" pitchFamily="18" charset="0"/>
                <a:ea typeface="楷体_GB2312"/>
              </a:endParaRPr>
            </a:p>
          </p:txBody>
        </p:sp>
        <p:sp>
          <p:nvSpPr>
            <p:cNvPr id="26678" name="Text Box 10"/>
            <p:cNvSpPr txBox="1"/>
            <p:nvPr/>
          </p:nvSpPr>
          <p:spPr>
            <a:xfrm>
              <a:off x="1965" y="2786"/>
              <a:ext cx="228" cy="327"/>
            </a:xfrm>
            <a:prstGeom prst="rect">
              <a:avLst/>
            </a:prstGeom>
            <a:noFill/>
            <a:ln w="28575">
              <a:noFill/>
            </a:ln>
          </p:spPr>
          <p:txBody>
            <a:bodyPr wrap="none" anchor="ctr" anchorCtr="0">
              <a:spAutoFit/>
            </a:bodyPr>
            <a:lstStyle/>
            <a:p>
              <a:pPr algn="ctr" eaLnBrk="1" hangingPunct="1"/>
              <a:r>
                <a:rPr lang="en-US" altLang="zh-CN" sz="2800" dirty="0">
                  <a:solidFill>
                    <a:schemeClr val="accent2"/>
                  </a:solidFill>
                  <a:latin typeface="Times New Roman" panose="02020603050405020304" pitchFamily="18" charset="0"/>
                  <a:ea typeface="楷体_GB2312"/>
                </a:rPr>
                <a:t>3</a:t>
              </a:r>
              <a:endParaRPr lang="en-US" altLang="zh-CN" sz="2800" dirty="0">
                <a:latin typeface="Times New Roman" panose="02020603050405020304" pitchFamily="18" charset="0"/>
                <a:ea typeface="楷体_GB2312"/>
              </a:endParaRPr>
            </a:p>
          </p:txBody>
        </p:sp>
        <p:sp>
          <p:nvSpPr>
            <p:cNvPr id="26679" name="Freeform 11"/>
            <p:cNvSpPr/>
            <p:nvPr/>
          </p:nvSpPr>
          <p:spPr>
            <a:xfrm>
              <a:off x="1345" y="821"/>
              <a:ext cx="639" cy="1558"/>
            </a:xfrm>
            <a:custGeom>
              <a:avLst/>
              <a:gdLst>
                <a:gd name="txL" fmla="*/ 0 w 810"/>
                <a:gd name="txT" fmla="*/ 0 h 1558"/>
                <a:gd name="txR" fmla="*/ 810 w 810"/>
                <a:gd name="txB" fmla="*/ 1558 h 1558"/>
              </a:gdLst>
              <a:ahLst/>
              <a:cxnLst>
                <a:cxn ang="0">
                  <a:pos x="0" y="0"/>
                </a:cxn>
                <a:cxn ang="0">
                  <a:pos x="0" y="1558"/>
                </a:cxn>
                <a:cxn ang="0">
                  <a:pos x="2" y="1558"/>
                </a:cxn>
                <a:cxn ang="0">
                  <a:pos x="2" y="384"/>
                </a:cxn>
                <a:cxn ang="0">
                  <a:pos x="2" y="384"/>
                </a:cxn>
                <a:cxn ang="0">
                  <a:pos x="2" y="0"/>
                </a:cxn>
                <a:cxn ang="0">
                  <a:pos x="0" y="0"/>
                </a:cxn>
              </a:cxnLst>
              <a:rect l="txL" t="txT" r="txR" b="txB"/>
              <a:pathLst>
                <a:path w="810" h="1558">
                  <a:moveTo>
                    <a:pt x="0" y="0"/>
                  </a:moveTo>
                  <a:lnTo>
                    <a:pt x="0" y="1558"/>
                  </a:lnTo>
                  <a:lnTo>
                    <a:pt x="810" y="1558"/>
                  </a:lnTo>
                  <a:lnTo>
                    <a:pt x="810" y="384"/>
                  </a:lnTo>
                  <a:lnTo>
                    <a:pt x="117" y="384"/>
                  </a:lnTo>
                  <a:lnTo>
                    <a:pt x="117" y="0"/>
                  </a:lnTo>
                  <a:lnTo>
                    <a:pt x="0" y="0"/>
                  </a:lnTo>
                  <a:close/>
                </a:path>
              </a:pathLst>
            </a:custGeom>
            <a:gradFill rotWithShape="0">
              <a:gsLst>
                <a:gs pos="0">
                  <a:srgbClr val="58B0DC">
                    <a:alpha val="100000"/>
                  </a:srgbClr>
                </a:gs>
                <a:gs pos="100000">
                  <a:srgbClr val="66CCFF">
                    <a:alpha val="100000"/>
                  </a:srgbClr>
                </a:gs>
              </a:gsLst>
              <a:lin ang="18900000" scaled="1"/>
              <a:tileRect/>
            </a:gradFill>
            <a:ln w="9525" cap="flat" cmpd="sng">
              <a:prstDash val="solid"/>
              <a:headEnd type="none" w="med" len="med"/>
              <a:tailEnd type="none" w="med" len="med"/>
            </a:ln>
            <a:scene3d>
              <a:camera prst="legacyObliqueTopRight">
                <a:rot lat="0" lon="300000" rev="0"/>
              </a:camera>
              <a:lightRig rig="legacyFlat4" dir="t"/>
            </a:scene3d>
            <a:sp3d extrusionH="1801800" prstMaterial="legacyMetal">
              <a:bevelT w="13500" h="13500" prst="angle"/>
              <a:bevelB w="13500" h="13500" prst="angle"/>
              <a:extrusionClr>
                <a:srgbClr val="33CCFF"/>
              </a:extrusionClr>
            </a:sp3d>
          </p:spPr>
          <p:txBody>
            <a:bodyPr/>
            <a:lstStyle/>
            <a:p>
              <a:endParaRPr lang="zh-CN" altLang="en-US"/>
            </a:p>
          </p:txBody>
        </p:sp>
        <p:sp useBgFill="1">
          <p:nvSpPr>
            <p:cNvPr id="26680" name="Oval 12"/>
            <p:cNvSpPr/>
            <p:nvPr/>
          </p:nvSpPr>
          <p:spPr>
            <a:xfrm rot="-5400000">
              <a:off x="1675" y="767"/>
              <a:ext cx="138" cy="64"/>
            </a:xfrm>
            <a:prstGeom prst="ellipse">
              <a:avLst/>
            </a:prstGeom>
            <a:ln w="28575" cap="flat" cmpd="sng">
              <a:solidFill>
                <a:srgbClr val="000000"/>
              </a:solidFill>
              <a:prstDash val="solid"/>
              <a:headEnd type="none" w="med" len="med"/>
              <a:tailEnd type="none" w="med" len="med"/>
            </a:ln>
          </p:spPr>
          <p:txBody>
            <a:bodyPr wrap="none" anchor="ctr" anchorCtr="0"/>
            <a:lstStyle/>
            <a:p>
              <a:pPr algn="ctr" eaLnBrk="1" hangingPunct="1">
                <a:spcBef>
                  <a:spcPct val="50000"/>
                </a:spcBef>
              </a:pPr>
              <a:endParaRPr lang="zh-CN" altLang="en-US" sz="2800" dirty="0">
                <a:latin typeface="Times New Roman" panose="02020603050405020304" pitchFamily="18" charset="0"/>
                <a:ea typeface="楷体_GB2312"/>
              </a:endParaRPr>
            </a:p>
          </p:txBody>
        </p:sp>
      </p:grpSp>
      <p:grpSp>
        <p:nvGrpSpPr>
          <p:cNvPr id="3" name="Group 69"/>
          <p:cNvGrpSpPr/>
          <p:nvPr/>
        </p:nvGrpSpPr>
        <p:grpSpPr>
          <a:xfrm>
            <a:off x="2998788" y="1568450"/>
            <a:ext cx="5821362" cy="2895600"/>
            <a:chOff x="1889" y="988"/>
            <a:chExt cx="3667" cy="1824"/>
          </a:xfrm>
        </p:grpSpPr>
        <p:grpSp>
          <p:nvGrpSpPr>
            <p:cNvPr id="26649" name="Group 26"/>
            <p:cNvGrpSpPr/>
            <p:nvPr/>
          </p:nvGrpSpPr>
          <p:grpSpPr>
            <a:xfrm>
              <a:off x="1937" y="1162"/>
              <a:ext cx="240" cy="1362"/>
              <a:chOff x="1056" y="1470"/>
              <a:chExt cx="240" cy="1362"/>
            </a:xfrm>
          </p:grpSpPr>
          <p:sp>
            <p:nvSpPr>
              <p:cNvPr id="26671" name="Text Box 27"/>
              <p:cNvSpPr txBox="1"/>
              <p:nvPr/>
            </p:nvSpPr>
            <p:spPr>
              <a:xfrm>
                <a:off x="1089" y="1470"/>
                <a:ext cx="207" cy="1362"/>
              </a:xfrm>
              <a:prstGeom prst="rect">
                <a:avLst/>
              </a:prstGeom>
              <a:noFill/>
              <a:ln w="38100">
                <a:noFill/>
              </a:ln>
            </p:spPr>
            <p:txBody>
              <a:bodyPr>
                <a:spAutoFit/>
              </a:bodyPr>
              <a:lstStyle/>
              <a:p>
                <a:pPr eaLnBrk="1" hangingPunct="1">
                  <a:lnSpc>
                    <a:spcPct val="170000"/>
                  </a:lnSpc>
                </a:pPr>
                <a:r>
                  <a:rPr lang="en-US" altLang="zh-CN" sz="2000" dirty="0">
                    <a:latin typeface="Times New Roman" panose="02020603050405020304" pitchFamily="18" charset="0"/>
                    <a:ea typeface="宋体" panose="02010600030101010101" pitchFamily="2" charset="-122"/>
                  </a:rPr>
                  <a:t>+</a:t>
                </a:r>
              </a:p>
              <a:p>
                <a:pPr eaLnBrk="1" hangingPunct="1">
                  <a:lnSpc>
                    <a:spcPct val="170000"/>
                  </a:lnSpc>
                </a:pPr>
                <a:endParaRPr lang="en-US" altLang="zh-CN" sz="2000" dirty="0">
                  <a:latin typeface="Times New Roman" panose="02020603050405020304" pitchFamily="18" charset="0"/>
                  <a:ea typeface="宋体" panose="02010600030101010101" pitchFamily="2" charset="-122"/>
                </a:endParaRPr>
              </a:p>
              <a:p>
                <a:pPr eaLnBrk="1" hangingPunct="1">
                  <a:lnSpc>
                    <a:spcPct val="170000"/>
                  </a:lnSpc>
                </a:pPr>
                <a:endParaRPr lang="en-US" altLang="zh-CN" sz="2000" dirty="0">
                  <a:latin typeface="Times New Roman" panose="02020603050405020304" pitchFamily="18" charset="0"/>
                  <a:ea typeface="宋体" panose="02010600030101010101" pitchFamily="2" charset="-122"/>
                </a:endParaRPr>
              </a:p>
              <a:p>
                <a:pPr eaLnBrk="1" hangingPunct="1">
                  <a:lnSpc>
                    <a:spcPct val="170000"/>
                  </a:lnSpc>
                </a:pPr>
                <a:r>
                  <a:rPr lang="en-US" altLang="zh-CN" sz="2000" dirty="0">
                    <a:latin typeface="Times New Roman" panose="02020603050405020304" pitchFamily="18" charset="0"/>
                    <a:ea typeface="宋体" panose="02010600030101010101" pitchFamily="2" charset="-122"/>
                  </a:rPr>
                  <a:t>_</a:t>
                </a:r>
              </a:p>
            </p:txBody>
          </p:sp>
          <p:sp>
            <p:nvSpPr>
              <p:cNvPr id="26672" name="Line 28"/>
              <p:cNvSpPr/>
              <p:nvPr/>
            </p:nvSpPr>
            <p:spPr>
              <a:xfrm>
                <a:off x="1056" y="1632"/>
                <a:ext cx="0" cy="1152"/>
              </a:xfrm>
              <a:prstGeom prst="line">
                <a:avLst/>
              </a:prstGeom>
              <a:ln w="38100">
                <a:noFill/>
              </a:ln>
            </p:spPr>
          </p:sp>
        </p:grpSp>
        <p:sp>
          <p:nvSpPr>
            <p:cNvPr id="26650" name="Line 30"/>
            <p:cNvSpPr/>
            <p:nvPr/>
          </p:nvSpPr>
          <p:spPr>
            <a:xfrm>
              <a:off x="1985" y="2572"/>
              <a:ext cx="3265" cy="0"/>
            </a:xfrm>
            <a:prstGeom prst="line">
              <a:avLst/>
            </a:prstGeom>
            <a:ln w="38100" cap="flat" cmpd="sng">
              <a:solidFill>
                <a:srgbClr val="000000"/>
              </a:solidFill>
              <a:prstDash val="solid"/>
              <a:headEnd type="none" w="med" len="med"/>
              <a:tailEnd type="none" w="med" len="med"/>
            </a:ln>
          </p:spPr>
        </p:sp>
        <p:sp>
          <p:nvSpPr>
            <p:cNvPr id="26651" name="AutoShape 31"/>
            <p:cNvSpPr/>
            <p:nvPr/>
          </p:nvSpPr>
          <p:spPr>
            <a:xfrm>
              <a:off x="1889" y="2524"/>
              <a:ext cx="96" cy="96"/>
            </a:xfrm>
            <a:custGeom>
              <a:avLst/>
              <a:gdLst>
                <a:gd name="txL" fmla="*/ 3150 w 21600"/>
                <a:gd name="txT" fmla="*/ 3150 h 21600"/>
                <a:gd name="txR" fmla="*/ 18450 w 21600"/>
                <a:gd name="txB" fmla="*/ 18450 h 21600"/>
              </a:gdLst>
              <a:ahLst/>
              <a:cxnLst>
                <a:cxn ang="0">
                  <a:pos x="0" y="0"/>
                </a:cxn>
                <a:cxn ang="0">
                  <a:pos x="0" y="0"/>
                </a:cxn>
                <a:cxn ang="0">
                  <a:pos x="0" y="0"/>
                </a:cxn>
                <a:cxn ang="0">
                  <a:pos x="0" y="0"/>
                </a:cxn>
                <a:cxn ang="0">
                  <a:pos x="0" y="0"/>
                </a:cxn>
                <a:cxn ang="0">
                  <a:pos x="0" y="0"/>
                </a:cxn>
                <a:cxn ang="0">
                  <a:pos x="0" y="0"/>
                </a:cxn>
                <a:cxn ang="0">
                  <a:pos x="0" y="0"/>
                </a:cxn>
              </a:cxnLst>
              <a:rect l="txL" t="txT" r="txR" b="txB"/>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800" y="10800"/>
                  </a:moveTo>
                  <a:cubicBezTo>
                    <a:pt x="1800" y="15771"/>
                    <a:pt x="5829" y="19800"/>
                    <a:pt x="10800" y="19800"/>
                  </a:cubicBezTo>
                  <a:cubicBezTo>
                    <a:pt x="15771" y="19800"/>
                    <a:pt x="19800" y="15771"/>
                    <a:pt x="19800" y="10800"/>
                  </a:cubicBezTo>
                  <a:cubicBezTo>
                    <a:pt x="19800" y="5829"/>
                    <a:pt x="15771" y="1800"/>
                    <a:pt x="10800" y="1800"/>
                  </a:cubicBezTo>
                  <a:cubicBezTo>
                    <a:pt x="5829" y="1800"/>
                    <a:pt x="1800" y="5829"/>
                    <a:pt x="1800" y="10800"/>
                  </a:cubicBezTo>
                  <a:close/>
                </a:path>
              </a:pathLst>
            </a:custGeom>
            <a:noFill/>
            <a:ln w="38100" cap="flat" cmpd="sng">
              <a:solidFill>
                <a:srgbClr val="000000">
                  <a:alpha val="100000"/>
                </a:srgbClr>
              </a:solidFill>
              <a:prstDash val="solid"/>
              <a:round/>
              <a:headEnd type="none" w="med" len="med"/>
              <a:tailEnd type="none" w="med" len="med"/>
            </a:ln>
          </p:spPr>
          <p:txBody>
            <a:bodyPr/>
            <a:lstStyle/>
            <a:p>
              <a:endParaRPr lang="zh-CN" altLang="en-US"/>
            </a:p>
          </p:txBody>
        </p:sp>
        <p:grpSp>
          <p:nvGrpSpPr>
            <p:cNvPr id="26652" name="Group 32"/>
            <p:cNvGrpSpPr/>
            <p:nvPr/>
          </p:nvGrpSpPr>
          <p:grpSpPr>
            <a:xfrm>
              <a:off x="4386" y="1180"/>
              <a:ext cx="960" cy="96"/>
              <a:chOff x="3552" y="1488"/>
              <a:chExt cx="960" cy="96"/>
            </a:xfrm>
          </p:grpSpPr>
          <p:sp>
            <p:nvSpPr>
              <p:cNvPr id="26669" name="Line 33"/>
              <p:cNvSpPr/>
              <p:nvPr/>
            </p:nvSpPr>
            <p:spPr>
              <a:xfrm>
                <a:off x="3552" y="1536"/>
                <a:ext cx="864" cy="0"/>
              </a:xfrm>
              <a:prstGeom prst="line">
                <a:avLst/>
              </a:prstGeom>
              <a:ln w="38100" cap="flat" cmpd="sng">
                <a:solidFill>
                  <a:srgbClr val="000000"/>
                </a:solidFill>
                <a:prstDash val="solid"/>
                <a:headEnd type="none" w="med" len="med"/>
                <a:tailEnd type="none" w="med" len="med"/>
              </a:ln>
            </p:spPr>
          </p:sp>
          <p:sp>
            <p:nvSpPr>
              <p:cNvPr id="26670" name="AutoShape 34"/>
              <p:cNvSpPr/>
              <p:nvPr/>
            </p:nvSpPr>
            <p:spPr>
              <a:xfrm>
                <a:off x="4416" y="1488"/>
                <a:ext cx="96" cy="96"/>
              </a:xfrm>
              <a:custGeom>
                <a:avLst/>
                <a:gdLst>
                  <a:gd name="txL" fmla="*/ 3150 w 21600"/>
                  <a:gd name="txT" fmla="*/ 3150 h 21600"/>
                  <a:gd name="txR" fmla="*/ 18450 w 21600"/>
                  <a:gd name="txB" fmla="*/ 18450 h 21600"/>
                </a:gdLst>
                <a:ahLst/>
                <a:cxnLst>
                  <a:cxn ang="0">
                    <a:pos x="0" y="0"/>
                  </a:cxn>
                  <a:cxn ang="0">
                    <a:pos x="0" y="0"/>
                  </a:cxn>
                  <a:cxn ang="0">
                    <a:pos x="0" y="0"/>
                  </a:cxn>
                  <a:cxn ang="0">
                    <a:pos x="0" y="0"/>
                  </a:cxn>
                  <a:cxn ang="0">
                    <a:pos x="0" y="0"/>
                  </a:cxn>
                  <a:cxn ang="0">
                    <a:pos x="0" y="0"/>
                  </a:cxn>
                  <a:cxn ang="0">
                    <a:pos x="0" y="0"/>
                  </a:cxn>
                  <a:cxn ang="0">
                    <a:pos x="0" y="0"/>
                  </a:cxn>
                </a:cxnLst>
                <a:rect l="txL" t="txT" r="txR" b="txB"/>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800" y="10800"/>
                    </a:moveTo>
                    <a:cubicBezTo>
                      <a:pt x="1800" y="15771"/>
                      <a:pt x="5829" y="19800"/>
                      <a:pt x="10800" y="19800"/>
                    </a:cubicBezTo>
                    <a:cubicBezTo>
                      <a:pt x="15771" y="19800"/>
                      <a:pt x="19800" y="15771"/>
                      <a:pt x="19800" y="10800"/>
                    </a:cubicBezTo>
                    <a:cubicBezTo>
                      <a:pt x="19800" y="5829"/>
                      <a:pt x="15771" y="1800"/>
                      <a:pt x="10800" y="1800"/>
                    </a:cubicBezTo>
                    <a:cubicBezTo>
                      <a:pt x="5829" y="1800"/>
                      <a:pt x="1800" y="5829"/>
                      <a:pt x="1800" y="10800"/>
                    </a:cubicBezTo>
                    <a:close/>
                  </a:path>
                </a:pathLst>
              </a:custGeom>
              <a:noFill/>
              <a:ln w="38100" cap="flat" cmpd="sng">
                <a:solidFill>
                  <a:srgbClr val="000000">
                    <a:alpha val="100000"/>
                  </a:srgbClr>
                </a:solidFill>
                <a:prstDash val="solid"/>
                <a:round/>
                <a:headEnd type="none" w="med" len="med"/>
                <a:tailEnd type="none" w="med" len="med"/>
              </a:ln>
            </p:spPr>
            <p:txBody>
              <a:bodyPr/>
              <a:lstStyle/>
              <a:p>
                <a:endParaRPr lang="zh-CN" altLang="en-US"/>
              </a:p>
            </p:txBody>
          </p:sp>
        </p:grpSp>
        <p:sp>
          <p:nvSpPr>
            <p:cNvPr id="26653" name="AutoShape 35"/>
            <p:cNvSpPr/>
            <p:nvPr/>
          </p:nvSpPr>
          <p:spPr>
            <a:xfrm>
              <a:off x="5250" y="2524"/>
              <a:ext cx="96" cy="96"/>
            </a:xfrm>
            <a:custGeom>
              <a:avLst/>
              <a:gdLst>
                <a:gd name="txL" fmla="*/ 3150 w 21600"/>
                <a:gd name="txT" fmla="*/ 3150 h 21600"/>
                <a:gd name="txR" fmla="*/ 18450 w 21600"/>
                <a:gd name="txB" fmla="*/ 18450 h 21600"/>
              </a:gdLst>
              <a:ahLst/>
              <a:cxnLst>
                <a:cxn ang="0">
                  <a:pos x="0" y="0"/>
                </a:cxn>
                <a:cxn ang="0">
                  <a:pos x="0" y="0"/>
                </a:cxn>
                <a:cxn ang="0">
                  <a:pos x="0" y="0"/>
                </a:cxn>
                <a:cxn ang="0">
                  <a:pos x="0" y="0"/>
                </a:cxn>
                <a:cxn ang="0">
                  <a:pos x="0" y="0"/>
                </a:cxn>
                <a:cxn ang="0">
                  <a:pos x="0" y="0"/>
                </a:cxn>
                <a:cxn ang="0">
                  <a:pos x="0" y="0"/>
                </a:cxn>
                <a:cxn ang="0">
                  <a:pos x="0" y="0"/>
                </a:cxn>
              </a:cxnLst>
              <a:rect l="txL" t="txT" r="txR" b="txB"/>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800" y="10800"/>
                  </a:moveTo>
                  <a:cubicBezTo>
                    <a:pt x="1800" y="15771"/>
                    <a:pt x="5829" y="19800"/>
                    <a:pt x="10800" y="19800"/>
                  </a:cubicBezTo>
                  <a:cubicBezTo>
                    <a:pt x="15771" y="19800"/>
                    <a:pt x="19800" y="15771"/>
                    <a:pt x="19800" y="10800"/>
                  </a:cubicBezTo>
                  <a:cubicBezTo>
                    <a:pt x="19800" y="5829"/>
                    <a:pt x="15771" y="1800"/>
                    <a:pt x="10800" y="1800"/>
                  </a:cubicBezTo>
                  <a:cubicBezTo>
                    <a:pt x="5829" y="1800"/>
                    <a:pt x="1800" y="5829"/>
                    <a:pt x="1800" y="10800"/>
                  </a:cubicBezTo>
                  <a:close/>
                </a:path>
              </a:pathLst>
            </a:custGeom>
            <a:noFill/>
            <a:ln w="38100" cap="flat" cmpd="sng">
              <a:solidFill>
                <a:srgbClr val="000000">
                  <a:alpha val="100000"/>
                </a:srgbClr>
              </a:solidFill>
              <a:prstDash val="solid"/>
              <a:round/>
              <a:headEnd type="none" w="med" len="med"/>
              <a:tailEnd type="none" w="med" len="med"/>
            </a:ln>
          </p:spPr>
          <p:txBody>
            <a:bodyPr/>
            <a:lstStyle/>
            <a:p>
              <a:endParaRPr lang="zh-CN" altLang="en-US"/>
            </a:p>
          </p:txBody>
        </p:sp>
        <p:grpSp>
          <p:nvGrpSpPr>
            <p:cNvPr id="26654" name="Group 42"/>
            <p:cNvGrpSpPr/>
            <p:nvPr/>
          </p:nvGrpSpPr>
          <p:grpSpPr>
            <a:xfrm flipH="1">
              <a:off x="1889" y="1180"/>
              <a:ext cx="960" cy="96"/>
              <a:chOff x="3552" y="1488"/>
              <a:chExt cx="960" cy="96"/>
            </a:xfrm>
          </p:grpSpPr>
          <p:sp>
            <p:nvSpPr>
              <p:cNvPr id="26667" name="Line 43"/>
              <p:cNvSpPr/>
              <p:nvPr/>
            </p:nvSpPr>
            <p:spPr>
              <a:xfrm>
                <a:off x="3552" y="1536"/>
                <a:ext cx="864" cy="0"/>
              </a:xfrm>
              <a:prstGeom prst="line">
                <a:avLst/>
              </a:prstGeom>
              <a:ln w="38100" cap="flat" cmpd="sng">
                <a:solidFill>
                  <a:srgbClr val="000000"/>
                </a:solidFill>
                <a:prstDash val="solid"/>
                <a:headEnd type="none" w="med" len="med"/>
                <a:tailEnd type="none" w="med" len="med"/>
              </a:ln>
            </p:spPr>
          </p:sp>
          <p:sp>
            <p:nvSpPr>
              <p:cNvPr id="26668" name="AutoShape 44"/>
              <p:cNvSpPr/>
              <p:nvPr/>
            </p:nvSpPr>
            <p:spPr>
              <a:xfrm>
                <a:off x="4416" y="1488"/>
                <a:ext cx="96" cy="96"/>
              </a:xfrm>
              <a:custGeom>
                <a:avLst/>
                <a:gdLst>
                  <a:gd name="txL" fmla="*/ 3150 w 21600"/>
                  <a:gd name="txT" fmla="*/ 3150 h 21600"/>
                  <a:gd name="txR" fmla="*/ 18450 w 21600"/>
                  <a:gd name="txB" fmla="*/ 18450 h 21600"/>
                </a:gdLst>
                <a:ahLst/>
                <a:cxnLst>
                  <a:cxn ang="0">
                    <a:pos x="0" y="0"/>
                  </a:cxn>
                  <a:cxn ang="0">
                    <a:pos x="0" y="0"/>
                  </a:cxn>
                  <a:cxn ang="0">
                    <a:pos x="0" y="0"/>
                  </a:cxn>
                  <a:cxn ang="0">
                    <a:pos x="0" y="0"/>
                  </a:cxn>
                  <a:cxn ang="0">
                    <a:pos x="0" y="0"/>
                  </a:cxn>
                  <a:cxn ang="0">
                    <a:pos x="0" y="0"/>
                  </a:cxn>
                  <a:cxn ang="0">
                    <a:pos x="0" y="0"/>
                  </a:cxn>
                  <a:cxn ang="0">
                    <a:pos x="0" y="0"/>
                  </a:cxn>
                </a:cxnLst>
                <a:rect l="txL" t="txT" r="txR" b="txB"/>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800" y="10800"/>
                    </a:moveTo>
                    <a:cubicBezTo>
                      <a:pt x="1800" y="15771"/>
                      <a:pt x="5829" y="19800"/>
                      <a:pt x="10800" y="19800"/>
                    </a:cubicBezTo>
                    <a:cubicBezTo>
                      <a:pt x="15771" y="19800"/>
                      <a:pt x="19800" y="15771"/>
                      <a:pt x="19800" y="10800"/>
                    </a:cubicBezTo>
                    <a:cubicBezTo>
                      <a:pt x="19800" y="5829"/>
                      <a:pt x="15771" y="1800"/>
                      <a:pt x="10800" y="1800"/>
                    </a:cubicBezTo>
                    <a:cubicBezTo>
                      <a:pt x="5829" y="1800"/>
                      <a:pt x="1800" y="5829"/>
                      <a:pt x="1800" y="10800"/>
                    </a:cubicBezTo>
                    <a:close/>
                  </a:path>
                </a:pathLst>
              </a:custGeom>
              <a:noFill/>
              <a:ln w="38100" cap="flat" cmpd="sng">
                <a:solidFill>
                  <a:srgbClr val="000000">
                    <a:alpha val="100000"/>
                  </a:srgbClr>
                </a:solidFill>
                <a:prstDash val="solid"/>
                <a:round/>
                <a:headEnd type="none" w="med" len="med"/>
                <a:tailEnd type="none" w="med" len="med"/>
              </a:ln>
            </p:spPr>
            <p:txBody>
              <a:bodyPr/>
              <a:lstStyle/>
              <a:p>
                <a:endParaRPr lang="zh-CN" altLang="en-US"/>
              </a:p>
            </p:txBody>
          </p:sp>
        </p:grpSp>
        <p:sp>
          <p:nvSpPr>
            <p:cNvPr id="26655" name="Rectangle 45"/>
            <p:cNvSpPr/>
            <p:nvPr/>
          </p:nvSpPr>
          <p:spPr>
            <a:xfrm>
              <a:off x="2849" y="988"/>
              <a:ext cx="1537" cy="432"/>
            </a:xfrm>
            <a:prstGeom prst="rect">
              <a:avLst/>
            </a:prstGeom>
            <a:solidFill>
              <a:srgbClr val="F9FFD7"/>
            </a:solidFill>
            <a:ln w="38100" cap="flat" cmpd="sng">
              <a:solidFill>
                <a:srgbClr val="000000"/>
              </a:solidFill>
              <a:prstDash val="solid"/>
              <a:miter/>
              <a:headEnd type="none" w="med" len="med"/>
              <a:tailEnd type="none" w="med" len="med"/>
            </a:ln>
          </p:spPr>
          <p:txBody>
            <a:bodyPr wrap="none" anchor="ctr" anchorCtr="0"/>
            <a:lstStyle/>
            <a:p>
              <a:pPr algn="ctr" eaLnBrk="1" hangingPunct="1"/>
              <a:r>
                <a:rPr lang="en-US" altLang="zh-CN" sz="3600" dirty="0">
                  <a:latin typeface="Times New Roman" panose="02020603050405020304" pitchFamily="18" charset="0"/>
                  <a:ea typeface="宋体" panose="02010600030101010101" pitchFamily="2" charset="-122"/>
                </a:rPr>
                <a:t>LM7805</a:t>
              </a:r>
              <a:endParaRPr lang="en-US" altLang="zh-CN" sz="2800" dirty="0">
                <a:latin typeface="Times New Roman" panose="02020603050405020304" pitchFamily="18" charset="0"/>
                <a:ea typeface="宋体" panose="02010600030101010101" pitchFamily="2" charset="-122"/>
              </a:endParaRPr>
            </a:p>
          </p:txBody>
        </p:sp>
        <p:sp>
          <p:nvSpPr>
            <p:cNvPr id="26656" name="Text Box 52"/>
            <p:cNvSpPr txBox="1"/>
            <p:nvPr/>
          </p:nvSpPr>
          <p:spPr>
            <a:xfrm>
              <a:off x="1889" y="1708"/>
              <a:ext cx="461" cy="327"/>
            </a:xfrm>
            <a:prstGeom prst="rect">
              <a:avLst/>
            </a:prstGeom>
            <a:noFill/>
            <a:ln w="38100">
              <a:noFill/>
            </a:ln>
          </p:spPr>
          <p:txBody>
            <a:bodyPr>
              <a:spAutoFit/>
            </a:bodyPr>
            <a:lstStyle/>
            <a:p>
              <a:pPr eaLnBrk="1" hangingPunct="1"/>
              <a:r>
                <a:rPr lang="en-US" altLang="zh-CN" sz="2800" i="1" dirty="0">
                  <a:solidFill>
                    <a:srgbClr val="FF3300"/>
                  </a:solidFill>
                  <a:latin typeface="Times New Roman" panose="02020603050405020304" pitchFamily="18" charset="0"/>
                  <a:ea typeface="宋体" panose="02010600030101010101" pitchFamily="2" charset="-122"/>
                </a:rPr>
                <a:t>U</a:t>
              </a:r>
              <a:r>
                <a:rPr lang="en-US" altLang="zh-CN" sz="2800" i="1" baseline="-25000" dirty="0">
                  <a:solidFill>
                    <a:srgbClr val="FF3300"/>
                  </a:solidFill>
                  <a:latin typeface="Times New Roman" panose="02020603050405020304" pitchFamily="18" charset="0"/>
                  <a:ea typeface="宋体" panose="02010600030101010101" pitchFamily="2" charset="-122"/>
                </a:rPr>
                <a:t>I</a:t>
              </a:r>
              <a:endParaRPr lang="en-US" altLang="zh-CN" sz="2800" i="1" dirty="0">
                <a:latin typeface="Times New Roman" panose="02020603050405020304" pitchFamily="18" charset="0"/>
                <a:ea typeface="宋体" panose="02010600030101010101" pitchFamily="2" charset="-122"/>
              </a:endParaRPr>
            </a:p>
          </p:txBody>
        </p:sp>
        <p:grpSp>
          <p:nvGrpSpPr>
            <p:cNvPr id="26657" name="Group 53"/>
            <p:cNvGrpSpPr/>
            <p:nvPr/>
          </p:nvGrpSpPr>
          <p:grpSpPr>
            <a:xfrm flipH="1">
              <a:off x="5058" y="1162"/>
              <a:ext cx="208" cy="1362"/>
              <a:chOff x="1056" y="1470"/>
              <a:chExt cx="208" cy="1362"/>
            </a:xfrm>
          </p:grpSpPr>
          <p:sp>
            <p:nvSpPr>
              <p:cNvPr id="26665" name="Text Box 54"/>
              <p:cNvSpPr txBox="1"/>
              <p:nvPr/>
            </p:nvSpPr>
            <p:spPr>
              <a:xfrm>
                <a:off x="1057" y="1470"/>
                <a:ext cx="207" cy="1362"/>
              </a:xfrm>
              <a:prstGeom prst="rect">
                <a:avLst/>
              </a:prstGeom>
              <a:noFill/>
              <a:ln w="38100">
                <a:noFill/>
              </a:ln>
            </p:spPr>
            <p:txBody>
              <a:bodyPr>
                <a:spAutoFit/>
              </a:bodyPr>
              <a:lstStyle/>
              <a:p>
                <a:pPr eaLnBrk="1" hangingPunct="1">
                  <a:lnSpc>
                    <a:spcPct val="170000"/>
                  </a:lnSpc>
                </a:pPr>
                <a:r>
                  <a:rPr lang="en-US" altLang="zh-CN" sz="2000" dirty="0">
                    <a:latin typeface="Times New Roman" panose="02020603050405020304" pitchFamily="18" charset="0"/>
                    <a:ea typeface="宋体" panose="02010600030101010101" pitchFamily="2" charset="-122"/>
                  </a:rPr>
                  <a:t>+</a:t>
                </a:r>
              </a:p>
              <a:p>
                <a:pPr eaLnBrk="1" hangingPunct="1">
                  <a:lnSpc>
                    <a:spcPct val="170000"/>
                  </a:lnSpc>
                </a:pPr>
                <a:endParaRPr lang="en-US" altLang="zh-CN" sz="2000" dirty="0">
                  <a:latin typeface="Times New Roman" panose="02020603050405020304" pitchFamily="18" charset="0"/>
                  <a:ea typeface="宋体" panose="02010600030101010101" pitchFamily="2" charset="-122"/>
                </a:endParaRPr>
              </a:p>
              <a:p>
                <a:pPr eaLnBrk="1" hangingPunct="1">
                  <a:lnSpc>
                    <a:spcPct val="170000"/>
                  </a:lnSpc>
                </a:pPr>
                <a:endParaRPr lang="en-US" altLang="zh-CN" sz="2000" dirty="0">
                  <a:latin typeface="Times New Roman" panose="02020603050405020304" pitchFamily="18" charset="0"/>
                  <a:ea typeface="宋体" panose="02010600030101010101" pitchFamily="2" charset="-122"/>
                </a:endParaRPr>
              </a:p>
              <a:p>
                <a:pPr eaLnBrk="1" hangingPunct="1">
                  <a:lnSpc>
                    <a:spcPct val="170000"/>
                  </a:lnSpc>
                </a:pPr>
                <a:r>
                  <a:rPr lang="en-US" altLang="zh-CN" sz="2000" dirty="0">
                    <a:latin typeface="Times New Roman" panose="02020603050405020304" pitchFamily="18" charset="0"/>
                    <a:ea typeface="宋体" panose="02010600030101010101" pitchFamily="2" charset="-122"/>
                  </a:rPr>
                  <a:t>_</a:t>
                </a:r>
              </a:p>
            </p:txBody>
          </p:sp>
          <p:sp>
            <p:nvSpPr>
              <p:cNvPr id="26666" name="Line 55"/>
              <p:cNvSpPr/>
              <p:nvPr/>
            </p:nvSpPr>
            <p:spPr>
              <a:xfrm>
                <a:off x="1056" y="1632"/>
                <a:ext cx="0" cy="1152"/>
              </a:xfrm>
              <a:prstGeom prst="line">
                <a:avLst/>
              </a:prstGeom>
              <a:ln w="38100">
                <a:noFill/>
              </a:ln>
            </p:spPr>
          </p:sp>
        </p:grpSp>
        <p:sp>
          <p:nvSpPr>
            <p:cNvPr id="26658" name="Text Box 56"/>
            <p:cNvSpPr txBox="1"/>
            <p:nvPr/>
          </p:nvSpPr>
          <p:spPr>
            <a:xfrm>
              <a:off x="5168" y="1750"/>
              <a:ext cx="388" cy="327"/>
            </a:xfrm>
            <a:prstGeom prst="rect">
              <a:avLst/>
            </a:prstGeom>
            <a:noFill/>
            <a:ln w="38100">
              <a:noFill/>
            </a:ln>
          </p:spPr>
          <p:txBody>
            <a:bodyPr>
              <a:spAutoFit/>
            </a:bodyPr>
            <a:lstStyle/>
            <a:p>
              <a:pPr eaLnBrk="1" hangingPunct="1"/>
              <a:r>
                <a:rPr lang="en-US" altLang="zh-CN" sz="2800" i="1" dirty="0">
                  <a:solidFill>
                    <a:srgbClr val="FF3300"/>
                  </a:solidFill>
                  <a:latin typeface="Times New Roman" panose="02020603050405020304" pitchFamily="18" charset="0"/>
                  <a:ea typeface="宋体" panose="02010600030101010101" pitchFamily="2" charset="-122"/>
                </a:rPr>
                <a:t>U</a:t>
              </a:r>
              <a:r>
                <a:rPr lang="en-US" altLang="zh-CN" sz="2800" i="1" baseline="-25000" dirty="0">
                  <a:solidFill>
                    <a:srgbClr val="FF3300"/>
                  </a:solidFill>
                  <a:latin typeface="Times New Roman" panose="02020603050405020304" pitchFamily="18" charset="0"/>
                  <a:ea typeface="宋体" panose="02010600030101010101" pitchFamily="2" charset="-122"/>
                </a:rPr>
                <a:t>o</a:t>
              </a:r>
              <a:endParaRPr lang="en-US" altLang="zh-CN" sz="2800" dirty="0">
                <a:latin typeface="Times New Roman" panose="02020603050405020304" pitchFamily="18" charset="0"/>
                <a:ea typeface="宋体" panose="02010600030101010101" pitchFamily="2" charset="-122"/>
              </a:endParaRPr>
            </a:p>
          </p:txBody>
        </p:sp>
        <p:sp>
          <p:nvSpPr>
            <p:cNvPr id="26659" name="Line 57"/>
            <p:cNvSpPr/>
            <p:nvPr/>
          </p:nvSpPr>
          <p:spPr>
            <a:xfrm>
              <a:off x="3569" y="1420"/>
              <a:ext cx="0" cy="1152"/>
            </a:xfrm>
            <a:prstGeom prst="line">
              <a:avLst/>
            </a:prstGeom>
            <a:ln w="38100" cap="flat" cmpd="sng">
              <a:solidFill>
                <a:srgbClr val="000000"/>
              </a:solidFill>
              <a:prstDash val="solid"/>
              <a:headEnd type="none" w="med" len="med"/>
              <a:tailEnd type="oval" w="med" len="med"/>
            </a:ln>
          </p:spPr>
        </p:sp>
        <p:sp>
          <p:nvSpPr>
            <p:cNvPr id="26660" name="Line 58"/>
            <p:cNvSpPr/>
            <p:nvPr/>
          </p:nvSpPr>
          <p:spPr>
            <a:xfrm>
              <a:off x="3569" y="2572"/>
              <a:ext cx="0" cy="240"/>
            </a:xfrm>
            <a:prstGeom prst="line">
              <a:avLst/>
            </a:prstGeom>
            <a:ln w="38100" cap="flat" cmpd="sng">
              <a:solidFill>
                <a:srgbClr val="000000"/>
              </a:solidFill>
              <a:prstDash val="solid"/>
              <a:headEnd type="none" w="med" len="med"/>
              <a:tailEnd type="none" w="med" len="med"/>
            </a:ln>
          </p:spPr>
        </p:sp>
        <p:sp>
          <p:nvSpPr>
            <p:cNvPr id="26661" name="Line 59"/>
            <p:cNvSpPr/>
            <p:nvPr/>
          </p:nvSpPr>
          <p:spPr>
            <a:xfrm>
              <a:off x="3377" y="2812"/>
              <a:ext cx="384" cy="0"/>
            </a:xfrm>
            <a:prstGeom prst="line">
              <a:avLst/>
            </a:prstGeom>
            <a:ln w="38100" cap="flat" cmpd="sng">
              <a:solidFill>
                <a:srgbClr val="000000"/>
              </a:solidFill>
              <a:prstDash val="solid"/>
              <a:headEnd type="none" w="med" len="med"/>
              <a:tailEnd type="none" w="med" len="med"/>
            </a:ln>
          </p:spPr>
        </p:sp>
        <p:sp>
          <p:nvSpPr>
            <p:cNvPr id="26662" name="Text Box 60"/>
            <p:cNvSpPr txBox="1"/>
            <p:nvPr/>
          </p:nvSpPr>
          <p:spPr>
            <a:xfrm>
              <a:off x="2579" y="1240"/>
              <a:ext cx="228" cy="327"/>
            </a:xfrm>
            <a:prstGeom prst="rect">
              <a:avLst/>
            </a:prstGeom>
            <a:noFill/>
            <a:ln w="38100">
              <a:noFill/>
            </a:ln>
          </p:spPr>
          <p:txBody>
            <a:bodyPr wrap="none">
              <a:spAutoFit/>
            </a:bodyPr>
            <a:lstStyle/>
            <a:p>
              <a:pPr eaLnBrk="1" hangingPunct="1"/>
              <a:r>
                <a:rPr lang="en-US" altLang="zh-CN" sz="2800" dirty="0">
                  <a:solidFill>
                    <a:srgbClr val="0070C0"/>
                  </a:solidFill>
                  <a:latin typeface="Times New Roman" panose="02020603050405020304" pitchFamily="18" charset="0"/>
                  <a:ea typeface="宋体" panose="02010600030101010101" pitchFamily="2" charset="-122"/>
                </a:rPr>
                <a:t>1</a:t>
              </a:r>
            </a:p>
          </p:txBody>
        </p:sp>
        <p:sp>
          <p:nvSpPr>
            <p:cNvPr id="26663" name="Text Box 61"/>
            <p:cNvSpPr txBox="1"/>
            <p:nvPr/>
          </p:nvSpPr>
          <p:spPr>
            <a:xfrm>
              <a:off x="4422" y="1229"/>
              <a:ext cx="228" cy="327"/>
            </a:xfrm>
            <a:prstGeom prst="rect">
              <a:avLst/>
            </a:prstGeom>
            <a:noFill/>
            <a:ln w="38100">
              <a:noFill/>
            </a:ln>
          </p:spPr>
          <p:txBody>
            <a:bodyPr wrap="none">
              <a:spAutoFit/>
            </a:bodyPr>
            <a:lstStyle/>
            <a:p>
              <a:pPr eaLnBrk="1" hangingPunct="1"/>
              <a:r>
                <a:rPr lang="en-US" altLang="zh-CN" sz="2800" dirty="0">
                  <a:solidFill>
                    <a:srgbClr val="0070C0"/>
                  </a:solidFill>
                  <a:latin typeface="Times New Roman" panose="02020603050405020304" pitchFamily="18" charset="0"/>
                  <a:ea typeface="宋体" panose="02010600030101010101" pitchFamily="2" charset="-122"/>
                </a:rPr>
                <a:t>3</a:t>
              </a:r>
            </a:p>
          </p:txBody>
        </p:sp>
        <p:sp>
          <p:nvSpPr>
            <p:cNvPr id="26664" name="Text Box 62"/>
            <p:cNvSpPr txBox="1"/>
            <p:nvPr/>
          </p:nvSpPr>
          <p:spPr>
            <a:xfrm>
              <a:off x="3581" y="1372"/>
              <a:ext cx="228" cy="327"/>
            </a:xfrm>
            <a:prstGeom prst="rect">
              <a:avLst/>
            </a:prstGeom>
            <a:noFill/>
            <a:ln w="38100">
              <a:noFill/>
            </a:ln>
          </p:spPr>
          <p:txBody>
            <a:bodyPr wrap="none">
              <a:spAutoFit/>
            </a:bodyPr>
            <a:lstStyle/>
            <a:p>
              <a:pPr eaLnBrk="1" hangingPunct="1"/>
              <a:r>
                <a:rPr lang="en-US" altLang="zh-CN" sz="2800" dirty="0">
                  <a:solidFill>
                    <a:srgbClr val="0070C0"/>
                  </a:solidFill>
                  <a:latin typeface="Times New Roman" panose="02020603050405020304" pitchFamily="18" charset="0"/>
                  <a:ea typeface="宋体" panose="02010600030101010101" pitchFamily="2" charset="-122"/>
                </a:rPr>
                <a:t>2</a:t>
              </a:r>
            </a:p>
          </p:txBody>
        </p:sp>
      </p:grpSp>
      <p:grpSp>
        <p:nvGrpSpPr>
          <p:cNvPr id="8" name="Group 67"/>
          <p:cNvGrpSpPr/>
          <p:nvPr/>
        </p:nvGrpSpPr>
        <p:grpSpPr>
          <a:xfrm>
            <a:off x="3608388" y="1952625"/>
            <a:ext cx="1649412" cy="2133600"/>
            <a:chOff x="2369" y="1218"/>
            <a:chExt cx="1039" cy="1344"/>
          </a:xfrm>
        </p:grpSpPr>
        <p:sp>
          <p:nvSpPr>
            <p:cNvPr id="26642" name="Line 46"/>
            <p:cNvSpPr/>
            <p:nvPr/>
          </p:nvSpPr>
          <p:spPr>
            <a:xfrm>
              <a:off x="2528" y="1218"/>
              <a:ext cx="0" cy="624"/>
            </a:xfrm>
            <a:prstGeom prst="line">
              <a:avLst/>
            </a:prstGeom>
            <a:ln w="38100" cap="flat" cmpd="sng">
              <a:solidFill>
                <a:srgbClr val="000000"/>
              </a:solidFill>
              <a:prstDash val="solid"/>
              <a:headEnd type="oval" w="med" len="med"/>
              <a:tailEnd type="none" w="med" len="med"/>
            </a:ln>
          </p:spPr>
        </p:sp>
        <p:sp>
          <p:nvSpPr>
            <p:cNvPr id="26643" name="Line 47"/>
            <p:cNvSpPr/>
            <p:nvPr/>
          </p:nvSpPr>
          <p:spPr>
            <a:xfrm>
              <a:off x="2528" y="1890"/>
              <a:ext cx="0" cy="672"/>
            </a:xfrm>
            <a:prstGeom prst="line">
              <a:avLst/>
            </a:prstGeom>
            <a:ln w="38100" cap="flat" cmpd="sng">
              <a:solidFill>
                <a:srgbClr val="000000"/>
              </a:solidFill>
              <a:prstDash val="solid"/>
              <a:headEnd type="none" w="med" len="med"/>
              <a:tailEnd type="oval" w="med" len="med"/>
            </a:ln>
          </p:spPr>
        </p:sp>
        <p:sp>
          <p:nvSpPr>
            <p:cNvPr id="26644" name="Line 48"/>
            <p:cNvSpPr/>
            <p:nvPr/>
          </p:nvSpPr>
          <p:spPr>
            <a:xfrm>
              <a:off x="2432" y="1842"/>
              <a:ext cx="192" cy="0"/>
            </a:xfrm>
            <a:prstGeom prst="line">
              <a:avLst/>
            </a:prstGeom>
            <a:ln w="38100" cap="flat" cmpd="sng">
              <a:solidFill>
                <a:srgbClr val="000000"/>
              </a:solidFill>
              <a:prstDash val="solid"/>
              <a:headEnd type="none" w="med" len="med"/>
              <a:tailEnd type="none" w="med" len="med"/>
            </a:ln>
          </p:spPr>
        </p:sp>
        <p:sp>
          <p:nvSpPr>
            <p:cNvPr id="26645" name="Line 49"/>
            <p:cNvSpPr/>
            <p:nvPr/>
          </p:nvSpPr>
          <p:spPr>
            <a:xfrm>
              <a:off x="2432" y="1890"/>
              <a:ext cx="192" cy="0"/>
            </a:xfrm>
            <a:prstGeom prst="line">
              <a:avLst/>
            </a:prstGeom>
            <a:ln w="38100" cap="flat" cmpd="sng">
              <a:solidFill>
                <a:srgbClr val="000000"/>
              </a:solidFill>
              <a:prstDash val="solid"/>
              <a:headEnd type="none" w="med" len="med"/>
              <a:tailEnd type="none" w="med" len="med"/>
            </a:ln>
          </p:spPr>
        </p:sp>
        <p:sp>
          <p:nvSpPr>
            <p:cNvPr id="26646" name="Text Box 50"/>
            <p:cNvSpPr txBox="1"/>
            <p:nvPr/>
          </p:nvSpPr>
          <p:spPr>
            <a:xfrm>
              <a:off x="2609" y="1708"/>
              <a:ext cx="484" cy="327"/>
            </a:xfrm>
            <a:prstGeom prst="rect">
              <a:avLst/>
            </a:prstGeom>
            <a:noFill/>
            <a:ln w="38100">
              <a:noFill/>
            </a:ln>
          </p:spPr>
          <p:txBody>
            <a:bodyPr>
              <a:spAutoFit/>
            </a:bodyPr>
            <a:lstStyle/>
            <a:p>
              <a:pPr eaLnBrk="1" hangingPunct="1"/>
              <a:r>
                <a:rPr lang="en-US" altLang="zh-CN" sz="2800" i="1" dirty="0">
                  <a:solidFill>
                    <a:srgbClr val="FF3300"/>
                  </a:solidFill>
                  <a:latin typeface="Times New Roman" panose="02020603050405020304" pitchFamily="18" charset="0"/>
                  <a:ea typeface="宋体" panose="02010600030101010101" pitchFamily="2" charset="-122"/>
                </a:rPr>
                <a:t>C</a:t>
              </a:r>
              <a:r>
                <a:rPr lang="en-US" altLang="zh-CN" sz="2800" i="1" baseline="-25000" dirty="0">
                  <a:solidFill>
                    <a:srgbClr val="FF3300"/>
                  </a:solidFill>
                  <a:latin typeface="Times New Roman" panose="02020603050405020304" pitchFamily="18" charset="0"/>
                  <a:ea typeface="宋体" panose="02010600030101010101" pitchFamily="2" charset="-122"/>
                </a:rPr>
                <a:t>I</a:t>
              </a:r>
              <a:endParaRPr lang="en-US" altLang="zh-CN" sz="2800" dirty="0">
                <a:latin typeface="Times New Roman" panose="02020603050405020304" pitchFamily="18" charset="0"/>
                <a:ea typeface="宋体" panose="02010600030101010101" pitchFamily="2" charset="-122"/>
              </a:endParaRPr>
            </a:p>
          </p:txBody>
        </p:sp>
        <p:sp>
          <p:nvSpPr>
            <p:cNvPr id="26647" name="Text Box 51"/>
            <p:cNvSpPr txBox="1"/>
            <p:nvPr/>
          </p:nvSpPr>
          <p:spPr>
            <a:xfrm>
              <a:off x="2369" y="1653"/>
              <a:ext cx="116" cy="192"/>
            </a:xfrm>
            <a:prstGeom prst="rect">
              <a:avLst/>
            </a:prstGeom>
            <a:noFill/>
            <a:ln w="38100">
              <a:noFill/>
            </a:ln>
          </p:spPr>
          <p:txBody>
            <a:bodyPr wrap="none">
              <a:spAutoFit/>
            </a:bodyPr>
            <a:lstStyle/>
            <a:p>
              <a:pPr eaLnBrk="1" hangingPunct="1">
                <a:lnSpc>
                  <a:spcPct val="70000"/>
                </a:lnSpc>
              </a:pPr>
              <a:endParaRPr lang="zh-CN" altLang="zh-CN" sz="2000" dirty="0">
                <a:latin typeface="Times New Roman" panose="02020603050405020304" pitchFamily="18" charset="0"/>
                <a:ea typeface="宋体" panose="02010600030101010101" pitchFamily="2" charset="-122"/>
              </a:endParaRPr>
            </a:p>
          </p:txBody>
        </p:sp>
        <p:sp>
          <p:nvSpPr>
            <p:cNvPr id="26648" name="Rectangle 63"/>
            <p:cNvSpPr/>
            <p:nvPr/>
          </p:nvSpPr>
          <p:spPr>
            <a:xfrm>
              <a:off x="2627" y="2019"/>
              <a:ext cx="781" cy="330"/>
            </a:xfrm>
            <a:prstGeom prst="rect">
              <a:avLst/>
            </a:prstGeom>
            <a:noFill/>
            <a:ln w="38100">
              <a:noFill/>
            </a:ln>
          </p:spPr>
          <p:txBody>
            <a:bodyPr wrap="none" anchor="ctr" anchorCtr="0">
              <a:spAutoFit/>
            </a:bodyPr>
            <a:lstStyle/>
            <a:p>
              <a:pPr algn="ctr" eaLnBrk="1" hangingPunct="1"/>
              <a:r>
                <a:rPr lang="en-US" altLang="zh-CN" sz="2800" dirty="0">
                  <a:latin typeface="Times New Roman" panose="02020603050405020304" pitchFamily="18" charset="0"/>
                  <a:ea typeface="宋体" panose="02010600030101010101" pitchFamily="2" charset="-122"/>
                </a:rPr>
                <a:t>0.33</a:t>
              </a:r>
              <a:r>
                <a:rPr lang="en-US" altLang="zh-CN" sz="2800" i="1" dirty="0">
                  <a:latin typeface="Times New Roman" panose="02020603050405020304" pitchFamily="18" charset="0"/>
                  <a:ea typeface="宋体" panose="02010600030101010101" pitchFamily="2" charset="-122"/>
                  <a:sym typeface="Symbol" panose="05050102010706020507" pitchFamily="18" charset="2"/>
                </a:rPr>
                <a:t></a:t>
              </a:r>
              <a:r>
                <a:rPr lang="en-US" altLang="zh-CN" sz="2800" dirty="0">
                  <a:latin typeface="Times New Roman" panose="02020603050405020304" pitchFamily="18" charset="0"/>
                  <a:ea typeface="宋体" panose="02010600030101010101" pitchFamily="2" charset="-122"/>
                  <a:sym typeface="Symbol" panose="05050102010706020507" pitchFamily="18" charset="2"/>
                </a:rPr>
                <a:t>F</a:t>
              </a:r>
            </a:p>
          </p:txBody>
        </p:sp>
      </p:grpSp>
      <p:grpSp>
        <p:nvGrpSpPr>
          <p:cNvPr id="9" name="Group 68"/>
          <p:cNvGrpSpPr/>
          <p:nvPr/>
        </p:nvGrpSpPr>
        <p:grpSpPr>
          <a:xfrm>
            <a:off x="6618288" y="1962150"/>
            <a:ext cx="1160462" cy="2133600"/>
            <a:chOff x="4001" y="1228"/>
            <a:chExt cx="731" cy="1344"/>
          </a:xfrm>
        </p:grpSpPr>
        <p:sp>
          <p:nvSpPr>
            <p:cNvPr id="26635" name="Line 36"/>
            <p:cNvSpPr/>
            <p:nvPr/>
          </p:nvSpPr>
          <p:spPr>
            <a:xfrm>
              <a:off x="4626" y="1228"/>
              <a:ext cx="0" cy="624"/>
            </a:xfrm>
            <a:prstGeom prst="line">
              <a:avLst/>
            </a:prstGeom>
            <a:ln w="38100" cap="flat" cmpd="sng">
              <a:solidFill>
                <a:srgbClr val="000000"/>
              </a:solidFill>
              <a:prstDash val="solid"/>
              <a:headEnd type="oval" w="med" len="med"/>
              <a:tailEnd type="none" w="med" len="med"/>
            </a:ln>
          </p:spPr>
        </p:sp>
        <p:sp>
          <p:nvSpPr>
            <p:cNvPr id="26636" name="Line 37"/>
            <p:cNvSpPr/>
            <p:nvPr/>
          </p:nvSpPr>
          <p:spPr>
            <a:xfrm>
              <a:off x="4626" y="1900"/>
              <a:ext cx="0" cy="672"/>
            </a:xfrm>
            <a:prstGeom prst="line">
              <a:avLst/>
            </a:prstGeom>
            <a:ln w="38100" cap="flat" cmpd="sng">
              <a:solidFill>
                <a:srgbClr val="000000"/>
              </a:solidFill>
              <a:prstDash val="solid"/>
              <a:headEnd type="none" w="med" len="med"/>
              <a:tailEnd type="oval" w="med" len="med"/>
            </a:ln>
          </p:spPr>
        </p:sp>
        <p:sp>
          <p:nvSpPr>
            <p:cNvPr id="26637" name="Line 38"/>
            <p:cNvSpPr/>
            <p:nvPr/>
          </p:nvSpPr>
          <p:spPr>
            <a:xfrm>
              <a:off x="4530" y="1852"/>
              <a:ext cx="192" cy="0"/>
            </a:xfrm>
            <a:prstGeom prst="line">
              <a:avLst/>
            </a:prstGeom>
            <a:ln w="38100" cap="flat" cmpd="sng">
              <a:solidFill>
                <a:srgbClr val="000000"/>
              </a:solidFill>
              <a:prstDash val="solid"/>
              <a:headEnd type="none" w="med" len="med"/>
              <a:tailEnd type="none" w="med" len="med"/>
            </a:ln>
          </p:spPr>
        </p:sp>
        <p:sp>
          <p:nvSpPr>
            <p:cNvPr id="26638" name="Line 39"/>
            <p:cNvSpPr/>
            <p:nvPr/>
          </p:nvSpPr>
          <p:spPr>
            <a:xfrm>
              <a:off x="4530" y="1900"/>
              <a:ext cx="192" cy="0"/>
            </a:xfrm>
            <a:prstGeom prst="line">
              <a:avLst/>
            </a:prstGeom>
            <a:ln w="38100" cap="flat" cmpd="sng">
              <a:solidFill>
                <a:srgbClr val="000000"/>
              </a:solidFill>
              <a:prstDash val="solid"/>
              <a:headEnd type="none" w="med" len="med"/>
              <a:tailEnd type="none" w="med" len="med"/>
            </a:ln>
          </p:spPr>
        </p:sp>
        <p:sp>
          <p:nvSpPr>
            <p:cNvPr id="26639" name="Text Box 40"/>
            <p:cNvSpPr txBox="1"/>
            <p:nvPr/>
          </p:nvSpPr>
          <p:spPr>
            <a:xfrm>
              <a:off x="4146" y="1708"/>
              <a:ext cx="341" cy="327"/>
            </a:xfrm>
            <a:prstGeom prst="rect">
              <a:avLst/>
            </a:prstGeom>
            <a:noFill/>
            <a:ln w="38100">
              <a:noFill/>
            </a:ln>
          </p:spPr>
          <p:txBody>
            <a:bodyPr wrap="none">
              <a:spAutoFit/>
            </a:bodyPr>
            <a:lstStyle/>
            <a:p>
              <a:pPr eaLnBrk="1" hangingPunct="1"/>
              <a:r>
                <a:rPr lang="en-US" altLang="zh-CN" sz="2800" i="1" dirty="0">
                  <a:solidFill>
                    <a:srgbClr val="FF3300"/>
                  </a:solidFill>
                  <a:latin typeface="Times New Roman" panose="02020603050405020304" pitchFamily="18" charset="0"/>
                  <a:ea typeface="宋体" panose="02010600030101010101" pitchFamily="2" charset="-122"/>
                </a:rPr>
                <a:t>C</a:t>
              </a:r>
              <a:r>
                <a:rPr lang="en-US" altLang="zh-CN" sz="2800" i="1" baseline="-25000" dirty="0">
                  <a:solidFill>
                    <a:srgbClr val="FF3300"/>
                  </a:solidFill>
                  <a:latin typeface="Times New Roman" panose="02020603050405020304" pitchFamily="18" charset="0"/>
                  <a:ea typeface="宋体" panose="02010600030101010101" pitchFamily="2" charset="-122"/>
                </a:rPr>
                <a:t>o</a:t>
              </a:r>
              <a:endParaRPr lang="en-US" altLang="zh-CN" sz="2800" dirty="0">
                <a:latin typeface="Times New Roman" panose="02020603050405020304" pitchFamily="18" charset="0"/>
                <a:ea typeface="宋体" panose="02010600030101010101" pitchFamily="2" charset="-122"/>
              </a:endParaRPr>
            </a:p>
          </p:txBody>
        </p:sp>
        <p:sp>
          <p:nvSpPr>
            <p:cNvPr id="26640" name="Text Box 41"/>
            <p:cNvSpPr txBox="1"/>
            <p:nvPr/>
          </p:nvSpPr>
          <p:spPr>
            <a:xfrm>
              <a:off x="4467" y="1663"/>
              <a:ext cx="116" cy="326"/>
            </a:xfrm>
            <a:prstGeom prst="rect">
              <a:avLst/>
            </a:prstGeom>
            <a:noFill/>
            <a:ln w="38100">
              <a:noFill/>
            </a:ln>
          </p:spPr>
          <p:txBody>
            <a:bodyPr wrap="none">
              <a:spAutoFit/>
            </a:bodyPr>
            <a:lstStyle/>
            <a:p>
              <a:pPr eaLnBrk="1" hangingPunct="1">
                <a:lnSpc>
                  <a:spcPct val="70000"/>
                </a:lnSpc>
              </a:pPr>
              <a:endParaRPr lang="en-US" altLang="zh-CN" sz="2000" dirty="0">
                <a:latin typeface="Times New Roman" panose="02020603050405020304" pitchFamily="18" charset="0"/>
                <a:ea typeface="宋体" panose="02010600030101010101" pitchFamily="2" charset="-122"/>
              </a:endParaRPr>
            </a:p>
            <a:p>
              <a:pPr eaLnBrk="1" hangingPunct="1">
                <a:lnSpc>
                  <a:spcPct val="70000"/>
                </a:lnSpc>
              </a:pPr>
              <a:endParaRPr lang="en-US" altLang="zh-CN" sz="2000" dirty="0">
                <a:latin typeface="Times New Roman" panose="02020603050405020304" pitchFamily="18" charset="0"/>
                <a:ea typeface="宋体" panose="02010600030101010101" pitchFamily="2" charset="-122"/>
              </a:endParaRPr>
            </a:p>
          </p:txBody>
        </p:sp>
        <p:sp>
          <p:nvSpPr>
            <p:cNvPr id="26641" name="Text Box 64"/>
            <p:cNvSpPr txBox="1"/>
            <p:nvPr/>
          </p:nvSpPr>
          <p:spPr>
            <a:xfrm>
              <a:off x="4001" y="2028"/>
              <a:ext cx="731" cy="330"/>
            </a:xfrm>
            <a:prstGeom prst="rect">
              <a:avLst/>
            </a:prstGeom>
            <a:noFill/>
            <a:ln w="9525">
              <a:noFill/>
            </a:ln>
          </p:spPr>
          <p:txBody>
            <a:bodyPr>
              <a:spAutoFit/>
            </a:bodyPr>
            <a:lstStyle/>
            <a:p>
              <a:pPr eaLnBrk="1" hangingPunct="1">
                <a:spcBef>
                  <a:spcPct val="50000"/>
                </a:spcBef>
              </a:pPr>
              <a:r>
                <a:rPr lang="en-US" altLang="zh-CN" sz="2800" dirty="0">
                  <a:latin typeface="Times New Roman" panose="02020603050405020304" pitchFamily="18" charset="0"/>
                  <a:ea typeface="宋体" panose="02010600030101010101" pitchFamily="2" charset="-122"/>
                </a:rPr>
                <a:t>0.1</a:t>
              </a:r>
              <a:r>
                <a:rPr lang="en-US" altLang="zh-CN" sz="2800" i="1" dirty="0">
                  <a:latin typeface="Times New Roman" panose="02020603050405020304" pitchFamily="18" charset="0"/>
                  <a:ea typeface="宋体" panose="02010600030101010101" pitchFamily="2" charset="-122"/>
                </a:rPr>
                <a:t>µ</a:t>
              </a:r>
              <a:r>
                <a:rPr lang="en-US" altLang="zh-CN" sz="2800" dirty="0">
                  <a:latin typeface="Times New Roman" panose="02020603050405020304" pitchFamily="18" charset="0"/>
                  <a:ea typeface="宋体" panose="02010600030101010101" pitchFamily="2" charset="-122"/>
                </a:rPr>
                <a:t>F</a:t>
              </a:r>
            </a:p>
          </p:txBody>
        </p:sp>
      </p:grpSp>
      <p:sp>
        <p:nvSpPr>
          <p:cNvPr id="40001" name="Text Box 65"/>
          <p:cNvSpPr txBox="1"/>
          <p:nvPr/>
        </p:nvSpPr>
        <p:spPr>
          <a:xfrm>
            <a:off x="2030413" y="1300163"/>
            <a:ext cx="2089150" cy="522287"/>
          </a:xfrm>
          <a:prstGeom prst="rect">
            <a:avLst/>
          </a:prstGeom>
          <a:solidFill>
            <a:srgbClr val="00FFFF"/>
          </a:solidFill>
          <a:ln w="38100">
            <a:noFill/>
          </a:ln>
        </p:spPr>
        <p:txBody>
          <a:bodyPr wrap="none" anchor="ctr" anchorCtr="0">
            <a:spAutoFit/>
          </a:bodyPr>
          <a:lstStyle/>
          <a:p>
            <a:pPr algn="ctr" eaLnBrk="1" hangingPunct="1">
              <a:spcBef>
                <a:spcPct val="50000"/>
              </a:spcBef>
            </a:pPr>
            <a:r>
              <a:rPr lang="zh-CN" altLang="en-US" sz="2800" dirty="0">
                <a:latin typeface="Times New Roman" panose="02020603050405020304" pitchFamily="18" charset="0"/>
                <a:ea typeface="楷体_GB2312"/>
              </a:rPr>
              <a:t>不大于</a:t>
            </a:r>
            <a:r>
              <a:rPr lang="en-US" altLang="zh-CN" sz="2800" dirty="0">
                <a:latin typeface="Times New Roman" panose="02020603050405020304" pitchFamily="18" charset="0"/>
                <a:ea typeface="楷体_GB2312"/>
              </a:rPr>
              <a:t>+35V</a:t>
            </a:r>
          </a:p>
        </p:txBody>
      </p:sp>
      <p:sp>
        <p:nvSpPr>
          <p:cNvPr id="40002" name="Text Box 66"/>
          <p:cNvSpPr txBox="1"/>
          <p:nvPr/>
        </p:nvSpPr>
        <p:spPr>
          <a:xfrm>
            <a:off x="7989888" y="1317625"/>
            <a:ext cx="822325" cy="519113"/>
          </a:xfrm>
          <a:prstGeom prst="rect">
            <a:avLst/>
          </a:prstGeom>
          <a:solidFill>
            <a:srgbClr val="00FFFF"/>
          </a:solidFill>
          <a:ln w="38100">
            <a:noFill/>
          </a:ln>
        </p:spPr>
        <p:txBody>
          <a:bodyPr anchor="ctr" anchorCtr="0">
            <a:spAutoFit/>
          </a:bodyPr>
          <a:lstStyle/>
          <a:p>
            <a:pPr algn="ctr" eaLnBrk="1" hangingPunct="1">
              <a:spcBef>
                <a:spcPct val="50000"/>
              </a:spcBef>
            </a:pPr>
            <a:r>
              <a:rPr lang="en-US" altLang="zh-CN" sz="2800" dirty="0">
                <a:latin typeface="Times New Roman" panose="02020603050405020304" pitchFamily="18" charset="0"/>
                <a:ea typeface="楷体_GB2312"/>
              </a:rPr>
              <a:t>+5V</a:t>
            </a:r>
          </a:p>
        </p:txBody>
      </p:sp>
      <p:sp>
        <p:nvSpPr>
          <p:cNvPr id="40006" name="Rectangle 70"/>
          <p:cNvSpPr/>
          <p:nvPr/>
        </p:nvSpPr>
        <p:spPr>
          <a:xfrm>
            <a:off x="5203825" y="4799013"/>
            <a:ext cx="3711575" cy="1411287"/>
          </a:xfrm>
          <a:prstGeom prst="rect">
            <a:avLst/>
          </a:prstGeom>
          <a:noFill/>
          <a:ln w="38100" cap="flat" cmpd="sng">
            <a:solidFill>
              <a:schemeClr val="accent1"/>
            </a:solidFill>
            <a:prstDash val="solid"/>
            <a:miter/>
            <a:headEnd type="none" w="med" len="med"/>
            <a:tailEnd type="none" w="med" len="med"/>
          </a:ln>
        </p:spPr>
        <p:txBody>
          <a:bodyPr anchor="ctr" anchorCtr="0">
            <a:spAutoFit/>
          </a:bodyPr>
          <a:lstStyle/>
          <a:p>
            <a:pPr eaLnBrk="1" hangingPunct="1"/>
            <a:r>
              <a:rPr lang="zh-CN" altLang="en-US" sz="2800" dirty="0">
                <a:solidFill>
                  <a:srgbClr val="FF0000"/>
                </a:solidFill>
                <a:latin typeface="Times New Roman" panose="02020603050405020304" pitchFamily="18" charset="0"/>
                <a:ea typeface="宋体" panose="02010600030101010101" pitchFamily="2" charset="-122"/>
              </a:rPr>
              <a:t>注意：</a:t>
            </a:r>
            <a:r>
              <a:rPr lang="zh-CN" altLang="en-US" sz="2800" dirty="0">
                <a:latin typeface="Times New Roman" panose="02020603050405020304" pitchFamily="18" charset="0"/>
                <a:ea typeface="宋体" panose="02010600030101010101" pitchFamily="2" charset="-122"/>
              </a:rPr>
              <a:t>输入与输出端</a:t>
            </a:r>
          </a:p>
          <a:p>
            <a:pPr eaLnBrk="1" hangingPunct="1"/>
            <a:r>
              <a:rPr lang="zh-CN" altLang="en-US" sz="2800" dirty="0">
                <a:latin typeface="Times New Roman" panose="02020603050405020304" pitchFamily="18" charset="0"/>
                <a:ea typeface="宋体" panose="02010600030101010101" pitchFamily="2" charset="-122"/>
              </a:rPr>
              <a:t>             之间的电压不</a:t>
            </a:r>
          </a:p>
          <a:p>
            <a:pPr eaLnBrk="1" hangingPunct="1"/>
            <a:r>
              <a:rPr lang="zh-CN" altLang="en-US" sz="2800" dirty="0">
                <a:latin typeface="Times New Roman" panose="02020603050405020304" pitchFamily="18" charset="0"/>
                <a:ea typeface="宋体" panose="02010600030101010101" pitchFamily="2" charset="-122"/>
              </a:rPr>
              <a:t>             得低于</a:t>
            </a:r>
            <a:r>
              <a:rPr lang="en-US" altLang="zh-CN" sz="2800" dirty="0">
                <a:latin typeface="Times New Roman" panose="02020603050405020304" pitchFamily="18" charset="0"/>
                <a:ea typeface="宋体" panose="02010600030101010101" pitchFamily="2" charset="-122"/>
              </a:rPr>
              <a:t>2V</a:t>
            </a:r>
            <a:r>
              <a:rPr lang="zh-CN" altLang="en-US" sz="2800" dirty="0">
                <a:latin typeface="Times New Roman" panose="02020603050405020304" pitchFamily="18" charset="0"/>
                <a:ea typeface="宋体" panose="02010600030101010101" pitchFamily="2" charset="-122"/>
              </a:rPr>
              <a:t>！</a:t>
            </a:r>
          </a:p>
        </p:txBody>
      </p:sp>
      <p:sp>
        <p:nvSpPr>
          <p:cNvPr id="26634" name="Text Box 3"/>
          <p:cNvSpPr txBox="1"/>
          <p:nvPr/>
        </p:nvSpPr>
        <p:spPr>
          <a:xfrm>
            <a:off x="0" y="182563"/>
            <a:ext cx="9144000" cy="646112"/>
          </a:xfrm>
          <a:prstGeom prst="rect">
            <a:avLst/>
          </a:prstGeom>
          <a:noFill/>
          <a:ln w="28575">
            <a:noFill/>
          </a:ln>
        </p:spPr>
        <p:txBody>
          <a:bodyPr>
            <a:spAutoFit/>
          </a:bodyPr>
          <a:lstStyle/>
          <a:p>
            <a:pPr algn="ctr" eaLnBrk="1" hangingPunct="1"/>
            <a:r>
              <a:rPr lang="en-US" altLang="zh-CN" sz="3600" b="1" dirty="0">
                <a:solidFill>
                  <a:srgbClr val="002060"/>
                </a:solidFill>
                <a:latin typeface="Times New Roman" panose="02020603050405020304" pitchFamily="18" charset="0"/>
                <a:ea typeface="楷体_GB2312"/>
              </a:rPr>
              <a:t>LM7805</a:t>
            </a:r>
            <a:r>
              <a:rPr lang="zh-CN" altLang="en-US" sz="3600" b="1" dirty="0">
                <a:solidFill>
                  <a:srgbClr val="002060"/>
                </a:solidFill>
                <a:latin typeface="Times New Roman" panose="02020603050405020304" pitchFamily="18" charset="0"/>
                <a:ea typeface="楷体_GB2312"/>
              </a:rPr>
              <a:t>稳压器接线图</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wipe(left)">
                                      <p:cBhvr>
                                        <p:cTn id="13" dur="500"/>
                                        <p:tgtEl>
                                          <p:spTgt spid="3"/>
                                        </p:tgtEl>
                                      </p:cBhvr>
                                    </p:animEffect>
                                  </p:childTnLst>
                                </p:cTn>
                              </p:par>
                            </p:childTnLst>
                          </p:cTn>
                        </p:par>
                      </p:childTnLst>
                    </p:cTn>
                  </p:par>
                  <p:par>
                    <p:cTn id="14" fill="hold">
                      <p:stCondLst>
                        <p:cond delay="indefinite"/>
                      </p:stCondLst>
                      <p:childTnLst>
                        <p:par>
                          <p:cTn id="15" fill="hold">
                            <p:stCondLst>
                              <p:cond delay="0"/>
                            </p:stCondLst>
                            <p:childTnLst>
                              <p:par>
                                <p:cTn id="16" presetID="4" presetClass="entr" presetSubtype="16" fill="hold" grpId="0" nodeType="clickEffect">
                                  <p:stCondLst>
                                    <p:cond delay="0"/>
                                  </p:stCondLst>
                                  <p:childTnLst>
                                    <p:set>
                                      <p:cBhvr>
                                        <p:cTn id="17" dur="1" fill="hold">
                                          <p:stCondLst>
                                            <p:cond delay="0"/>
                                          </p:stCondLst>
                                        </p:cTn>
                                        <p:tgtEl>
                                          <p:spTgt spid="40001"/>
                                        </p:tgtEl>
                                        <p:attrNameLst>
                                          <p:attrName>style.visibility</p:attrName>
                                        </p:attrNameLst>
                                      </p:cBhvr>
                                      <p:to>
                                        <p:strVal val="visible"/>
                                      </p:to>
                                    </p:set>
                                    <p:animEffect transition="in" filter="box(in)">
                                      <p:cBhvr>
                                        <p:cTn id="18" dur="500"/>
                                        <p:tgtEl>
                                          <p:spTgt spid="40001"/>
                                        </p:tgtEl>
                                      </p:cBhvr>
                                    </p:animEffect>
                                  </p:childTnLst>
                                </p:cTn>
                              </p:par>
                            </p:childTnLst>
                          </p:cTn>
                        </p:par>
                      </p:childTnLst>
                    </p:cTn>
                  </p:par>
                  <p:par>
                    <p:cTn id="19" fill="hold">
                      <p:stCondLst>
                        <p:cond delay="indefinite"/>
                      </p:stCondLst>
                      <p:childTnLst>
                        <p:par>
                          <p:cTn id="20" fill="hold">
                            <p:stCondLst>
                              <p:cond delay="0"/>
                            </p:stCondLst>
                            <p:childTnLst>
                              <p:par>
                                <p:cTn id="21" presetID="4" presetClass="entr" presetSubtype="16" fill="hold" grpId="0" nodeType="clickEffect">
                                  <p:stCondLst>
                                    <p:cond delay="0"/>
                                  </p:stCondLst>
                                  <p:childTnLst>
                                    <p:set>
                                      <p:cBhvr>
                                        <p:cTn id="22" dur="1" fill="hold">
                                          <p:stCondLst>
                                            <p:cond delay="0"/>
                                          </p:stCondLst>
                                        </p:cTn>
                                        <p:tgtEl>
                                          <p:spTgt spid="40002"/>
                                        </p:tgtEl>
                                        <p:attrNameLst>
                                          <p:attrName>style.visibility</p:attrName>
                                        </p:attrNameLst>
                                      </p:cBhvr>
                                      <p:to>
                                        <p:strVal val="visible"/>
                                      </p:to>
                                    </p:set>
                                    <p:animEffect transition="in" filter="box(in)">
                                      <p:cBhvr>
                                        <p:cTn id="23" dur="500"/>
                                        <p:tgtEl>
                                          <p:spTgt spid="40002"/>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1" fill="hold" nodeType="clickEffect">
                                  <p:stCondLst>
                                    <p:cond delay="0"/>
                                  </p:stCondLst>
                                  <p:childTnLst>
                                    <p:set>
                                      <p:cBhvr>
                                        <p:cTn id="27" dur="1" fill="hold">
                                          <p:stCondLst>
                                            <p:cond delay="0"/>
                                          </p:stCondLst>
                                        </p:cTn>
                                        <p:tgtEl>
                                          <p:spTgt spid="8"/>
                                        </p:tgtEl>
                                        <p:attrNameLst>
                                          <p:attrName>style.visibility</p:attrName>
                                        </p:attrNameLst>
                                      </p:cBhvr>
                                      <p:to>
                                        <p:strVal val="visible"/>
                                      </p:to>
                                    </p:set>
                                    <p:animEffect transition="in" filter="wipe(up)">
                                      <p:cBhvr>
                                        <p:cTn id="28" dur="500"/>
                                        <p:tgtEl>
                                          <p:spTgt spid="8"/>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1" fill="hold" nodeType="clickEffect">
                                  <p:stCondLst>
                                    <p:cond delay="0"/>
                                  </p:stCondLst>
                                  <p:childTnLst>
                                    <p:set>
                                      <p:cBhvr>
                                        <p:cTn id="32" dur="1" fill="hold">
                                          <p:stCondLst>
                                            <p:cond delay="0"/>
                                          </p:stCondLst>
                                        </p:cTn>
                                        <p:tgtEl>
                                          <p:spTgt spid="9"/>
                                        </p:tgtEl>
                                        <p:attrNameLst>
                                          <p:attrName>style.visibility</p:attrName>
                                        </p:attrNameLst>
                                      </p:cBhvr>
                                      <p:to>
                                        <p:strVal val="visible"/>
                                      </p:to>
                                    </p:set>
                                    <p:animEffect transition="in" filter="wipe(up)">
                                      <p:cBhvr>
                                        <p:cTn id="33" dur="500"/>
                                        <p:tgtEl>
                                          <p:spTgt spid="9"/>
                                        </p:tgtEl>
                                      </p:cBhvr>
                                    </p:animEffect>
                                  </p:childTnLst>
                                </p:cTn>
                              </p:par>
                            </p:childTnLst>
                          </p:cTn>
                        </p:par>
                      </p:childTnLst>
                    </p:cTn>
                  </p:par>
                  <p:par>
                    <p:cTn id="34" fill="hold">
                      <p:stCondLst>
                        <p:cond delay="indefinite"/>
                      </p:stCondLst>
                      <p:childTnLst>
                        <p:par>
                          <p:cTn id="35" fill="hold">
                            <p:stCondLst>
                              <p:cond delay="0"/>
                            </p:stCondLst>
                            <p:childTnLst>
                              <p:par>
                                <p:cTn id="36" presetID="2" presetClass="entr" presetSubtype="4" fill="hold" grpId="0" nodeType="clickEffect">
                                  <p:stCondLst>
                                    <p:cond delay="0"/>
                                  </p:stCondLst>
                                  <p:childTnLst>
                                    <p:set>
                                      <p:cBhvr>
                                        <p:cTn id="37" dur="1" fill="hold">
                                          <p:stCondLst>
                                            <p:cond delay="0"/>
                                          </p:stCondLst>
                                        </p:cTn>
                                        <p:tgtEl>
                                          <p:spTgt spid="39938"/>
                                        </p:tgtEl>
                                        <p:attrNameLst>
                                          <p:attrName>style.visibility</p:attrName>
                                        </p:attrNameLst>
                                      </p:cBhvr>
                                      <p:to>
                                        <p:strVal val="visible"/>
                                      </p:to>
                                    </p:set>
                                    <p:anim calcmode="lin" valueType="num">
                                      <p:cBhvr additive="base">
                                        <p:cTn id="38" dur="500" fill="hold"/>
                                        <p:tgtEl>
                                          <p:spTgt spid="39938"/>
                                        </p:tgtEl>
                                        <p:attrNameLst>
                                          <p:attrName>ppt_x</p:attrName>
                                        </p:attrNameLst>
                                      </p:cBhvr>
                                      <p:tavLst>
                                        <p:tav tm="0">
                                          <p:val>
                                            <p:strVal val="#ppt_x"/>
                                          </p:val>
                                        </p:tav>
                                        <p:tav tm="100000">
                                          <p:val>
                                            <p:strVal val="#ppt_x"/>
                                          </p:val>
                                        </p:tav>
                                      </p:tavLst>
                                    </p:anim>
                                    <p:anim calcmode="lin" valueType="num">
                                      <p:cBhvr additive="base">
                                        <p:cTn id="39" dur="500" fill="hold"/>
                                        <p:tgtEl>
                                          <p:spTgt spid="39938"/>
                                        </p:tgtEl>
                                        <p:attrNameLst>
                                          <p:attrName>ppt_y</p:attrName>
                                        </p:attrNameLst>
                                      </p:cBhvr>
                                      <p:tavLst>
                                        <p:tav tm="0">
                                          <p:val>
                                            <p:strVal val="1+#ppt_h/2"/>
                                          </p:val>
                                        </p:tav>
                                        <p:tav tm="100000">
                                          <p:val>
                                            <p:strVal val="#ppt_y"/>
                                          </p:val>
                                        </p:tav>
                                      </p:tavLst>
                                    </p:anim>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grpId="0" nodeType="clickEffect">
                                  <p:stCondLst>
                                    <p:cond delay="0"/>
                                  </p:stCondLst>
                                  <p:childTnLst>
                                    <p:set>
                                      <p:cBhvr>
                                        <p:cTn id="43" dur="1" fill="hold">
                                          <p:stCondLst>
                                            <p:cond delay="0"/>
                                          </p:stCondLst>
                                        </p:cTn>
                                        <p:tgtEl>
                                          <p:spTgt spid="4000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938" grpId="0" animBg="1"/>
      <p:bldP spid="40001" grpId="0" animBg="1"/>
      <p:bldP spid="40002" grpId="0" animBg="1"/>
      <p:bldP spid="40006"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3"/>
          <p:cNvSpPr/>
          <p:nvPr/>
        </p:nvSpPr>
        <p:spPr>
          <a:xfrm>
            <a:off x="1771650" y="252413"/>
            <a:ext cx="5405438" cy="509587"/>
          </a:xfrm>
          <a:prstGeom prst="rect">
            <a:avLst/>
          </a:prstGeom>
          <a:noFill/>
          <a:ln w="9525">
            <a:noFill/>
          </a:ln>
        </p:spPr>
        <p:txBody>
          <a:bodyPr/>
          <a:lstStyle/>
          <a:p>
            <a:pPr algn="ctr" eaLnBrk="1" hangingPunct="1"/>
            <a:r>
              <a:rPr lang="zh-CN" altLang="en-US" sz="4000" dirty="0">
                <a:solidFill>
                  <a:srgbClr val="FF3300"/>
                </a:solidFill>
                <a:latin typeface="Times New Roman" panose="02020603050405020304" pitchFamily="18" charset="0"/>
                <a:ea typeface="隶书" panose="02010509060101010101" pitchFamily="49" charset="-122"/>
              </a:rPr>
              <a:t>实验要求</a:t>
            </a:r>
          </a:p>
        </p:txBody>
      </p:sp>
      <p:sp>
        <p:nvSpPr>
          <p:cNvPr id="103" name="Rectangle 1"/>
          <p:cNvSpPr>
            <a:spLocks noChangeArrowheads="1"/>
          </p:cNvSpPr>
          <p:nvPr/>
        </p:nvSpPr>
        <p:spPr bwMode="auto">
          <a:xfrm>
            <a:off x="379413" y="1649413"/>
            <a:ext cx="8732838" cy="2693988"/>
          </a:xfrm>
          <a:prstGeom prst="rect">
            <a:avLst/>
          </a:prstGeom>
          <a:noFill/>
          <a:ln w="38100" cap="flat" cmpd="sng">
            <a:noFill/>
            <a:prstDash val="solid"/>
            <a:miter lim="800000"/>
            <a:headEnd type="none" w="med" len="med"/>
            <a:tailEnd type="none" w="med" len="med"/>
          </a:ln>
          <a:effectLst>
            <a:prstShdw prst="shdw18" dist="17961" dir="13500000">
              <a:schemeClr val="accent1">
                <a:gamma/>
                <a:shade val="60000"/>
                <a:invGamma/>
              </a:schemeClr>
            </a:prstShdw>
          </a:effectLst>
        </p:spPr>
        <p:txBody>
          <a:bodyPr anchor="ctr">
            <a:spAutoFit/>
          </a:bodyPr>
          <a:lstStyle/>
          <a:p>
            <a:pPr marL="0" marR="0" lvl="0" indent="0" algn="l" defTabSz="914400" rtl="0" eaLnBrk="0" fontAlgn="base" latinLnBrk="0" hangingPunct="0">
              <a:lnSpc>
                <a:spcPct val="100000"/>
              </a:lnSpc>
              <a:spcBef>
                <a:spcPts val="1000"/>
              </a:spcBef>
              <a:spcAft>
                <a:spcPct val="0"/>
              </a:spcAft>
              <a:buClrTx/>
              <a:buSzTx/>
              <a:buFontTx/>
              <a:buNone/>
              <a:defRPr/>
            </a:pPr>
            <a:r>
              <a:rPr kumimoji="0" lang="en-US" altLang="zh-CN" sz="2400" b="0" i="0" u="none" strike="noStrike" kern="1200" cap="none" spc="0" normalizeH="0" baseline="0" noProof="0" dirty="0">
                <a:ln>
                  <a:noFill/>
                </a:ln>
                <a:solidFill>
                  <a:srgbClr val="000000"/>
                </a:solidFill>
                <a:effectLst/>
                <a:uLnTx/>
                <a:uFillTx/>
                <a:latin typeface="Arial" panose="020B0604020202020204" pitchFamily="34" charset="0"/>
                <a:ea typeface="楷体_GB2312" pitchFamily="49" charset="-122"/>
                <a:cs typeface="+mn-cs"/>
              </a:rPr>
              <a:t>1</a:t>
            </a:r>
            <a:r>
              <a:rPr kumimoji="0" lang="zh-CN" altLang="en-US" sz="2400" b="0" i="0" u="none" strike="noStrike" kern="1200" cap="none" spc="0" normalizeH="0" baseline="0" noProof="0" dirty="0">
                <a:ln>
                  <a:noFill/>
                </a:ln>
                <a:solidFill>
                  <a:srgbClr val="000000"/>
                </a:solidFill>
                <a:effectLst/>
                <a:uLnTx/>
                <a:uFillTx/>
                <a:latin typeface="Arial" panose="020B0604020202020204" pitchFamily="34" charset="0"/>
                <a:ea typeface="楷体_GB2312" pitchFamily="49" charset="-122"/>
                <a:cs typeface="+mn-cs"/>
              </a:rPr>
              <a:t>、</a:t>
            </a:r>
            <a:r>
              <a:rPr kumimoji="0" lang="zh-CN" altLang="en-US" sz="2400" b="0" i="0" u="none" strike="noStrike" kern="1200" cap="none" spc="0" normalizeH="0" baseline="0" noProof="0" dirty="0">
                <a:ln>
                  <a:noFill/>
                </a:ln>
                <a:solidFill>
                  <a:schemeClr val="tx1"/>
                </a:solidFill>
                <a:effectLst/>
                <a:uLnTx/>
                <a:uFillTx/>
                <a:latin typeface="Arial" panose="020B0604020202020204" pitchFamily="34" charset="0"/>
                <a:ea typeface="楷体_GB2312" pitchFamily="49" charset="-122"/>
                <a:cs typeface="+mn-cs"/>
              </a:rPr>
              <a:t>半波整流电路和全波桥式整流电路的观察和记录，并分析二者的</a:t>
            </a:r>
            <a:r>
              <a:rPr kumimoji="0" lang="zh-CN" altLang="en-US" sz="2400" b="0" i="0" u="none" strike="noStrike" kern="1200" cap="none" spc="0" normalizeH="0" baseline="0" noProof="0" dirty="0">
                <a:ln>
                  <a:noFill/>
                </a:ln>
                <a:solidFill>
                  <a:srgbClr val="C00000"/>
                </a:solidFill>
                <a:effectLst/>
                <a:uLnTx/>
                <a:uFillTx/>
                <a:latin typeface="Arial" panose="020B0604020202020204" pitchFamily="34" charset="0"/>
                <a:ea typeface="华文中宋" panose="02010600040101010101" pitchFamily="2" charset="-122"/>
                <a:cs typeface="+mn-cs"/>
              </a:rPr>
              <a:t>输出平均电压</a:t>
            </a:r>
            <a:r>
              <a:rPr kumimoji="0" lang="zh-CN" altLang="en-US" sz="2400" b="0" i="0" u="none" strike="noStrike" kern="1200" cap="none" spc="0" normalizeH="0" baseline="0" noProof="0" dirty="0">
                <a:ln>
                  <a:noFill/>
                </a:ln>
                <a:solidFill>
                  <a:schemeClr val="tx1"/>
                </a:solidFill>
                <a:effectLst/>
                <a:uLnTx/>
                <a:uFillTx/>
                <a:latin typeface="Arial" panose="020B0604020202020204" pitchFamily="34" charset="0"/>
                <a:ea typeface="楷体_GB2312" pitchFamily="49" charset="-122"/>
                <a:cs typeface="+mn-cs"/>
              </a:rPr>
              <a:t>。</a:t>
            </a:r>
          </a:p>
          <a:p>
            <a:pPr marL="0" marR="0" lvl="0" indent="0" algn="l" defTabSz="914400" rtl="0" eaLnBrk="0" fontAlgn="base" latinLnBrk="0" hangingPunct="0">
              <a:lnSpc>
                <a:spcPct val="100000"/>
              </a:lnSpc>
              <a:spcBef>
                <a:spcPts val="1000"/>
              </a:spcBef>
              <a:spcAft>
                <a:spcPct val="0"/>
              </a:spcAft>
              <a:buClrTx/>
              <a:buSzTx/>
              <a:buFontTx/>
              <a:buNone/>
              <a:defRPr/>
            </a:pPr>
            <a:r>
              <a:rPr kumimoji="0" lang="en-US" altLang="zh-CN" sz="2400" b="0" i="0" u="none" strike="noStrike" kern="1200" cap="none" spc="0" normalizeH="0" baseline="0" noProof="0" dirty="0">
                <a:ln>
                  <a:noFill/>
                </a:ln>
                <a:solidFill>
                  <a:schemeClr val="tx1"/>
                </a:solidFill>
                <a:effectLst/>
                <a:uLnTx/>
                <a:uFillTx/>
                <a:latin typeface="Arial" panose="020B0604020202020204" pitchFamily="34" charset="0"/>
                <a:ea typeface="楷体_GB2312" pitchFamily="49" charset="-122"/>
                <a:cs typeface="+mn-cs"/>
              </a:rPr>
              <a:t>2</a:t>
            </a:r>
            <a:r>
              <a:rPr kumimoji="0" lang="zh-CN" altLang="en-US" sz="2400" b="0" i="0" u="none" strike="noStrike" kern="1200" cap="none" spc="0" normalizeH="0" baseline="0" noProof="0" dirty="0">
                <a:ln>
                  <a:noFill/>
                </a:ln>
                <a:solidFill>
                  <a:schemeClr val="tx1"/>
                </a:solidFill>
                <a:effectLst/>
                <a:uLnTx/>
                <a:uFillTx/>
                <a:latin typeface="Arial" panose="020B0604020202020204" pitchFamily="34" charset="0"/>
                <a:ea typeface="楷体_GB2312" pitchFamily="49" charset="-122"/>
                <a:cs typeface="+mn-cs"/>
              </a:rPr>
              <a:t>、电容滤波电路的观察和记录，分别讨论</a:t>
            </a:r>
            <a:r>
              <a:rPr kumimoji="0" lang="en-US" altLang="zh-CN" sz="2400" b="0" i="0" u="none" strike="noStrike" kern="1200" cap="none" spc="0" normalizeH="0" baseline="0" noProof="0" dirty="0">
                <a:ln>
                  <a:noFill/>
                </a:ln>
                <a:solidFill>
                  <a:schemeClr val="tx1"/>
                </a:solidFill>
                <a:effectLst/>
                <a:uLnTx/>
                <a:uFillTx/>
                <a:latin typeface="Arial" panose="020B0604020202020204" pitchFamily="34" charset="0"/>
                <a:ea typeface="楷体_GB2312" pitchFamily="49" charset="-122"/>
                <a:cs typeface="+mn-cs"/>
              </a:rPr>
              <a:t>R</a:t>
            </a:r>
            <a:r>
              <a:rPr kumimoji="0" lang="zh-CN" altLang="en-US" sz="2400" b="0" i="0" u="none" strike="noStrike" kern="1200" cap="none" spc="0" normalizeH="0" baseline="0" noProof="0" dirty="0">
                <a:ln>
                  <a:noFill/>
                </a:ln>
                <a:solidFill>
                  <a:schemeClr val="tx1"/>
                </a:solidFill>
                <a:effectLst/>
                <a:uLnTx/>
                <a:uFillTx/>
                <a:latin typeface="Arial" panose="020B0604020202020204" pitchFamily="34" charset="0"/>
                <a:ea typeface="楷体_GB2312" pitchFamily="49" charset="-122"/>
                <a:cs typeface="+mn-cs"/>
              </a:rPr>
              <a:t>值和</a:t>
            </a:r>
            <a:r>
              <a:rPr kumimoji="0" lang="en-US" altLang="zh-CN" sz="2400" b="0" i="1" u="none" strike="noStrike" kern="1200" cap="none" spc="0" normalizeH="0" baseline="0" noProof="0" dirty="0">
                <a:ln>
                  <a:noFill/>
                </a:ln>
                <a:solidFill>
                  <a:schemeClr val="tx1"/>
                </a:solidFill>
                <a:effectLst/>
                <a:uLnTx/>
                <a:uFillTx/>
                <a:latin typeface="Arial" panose="020B0604020202020204" pitchFamily="34" charset="0"/>
                <a:ea typeface="楷体_GB2312" pitchFamily="49" charset="-122"/>
                <a:cs typeface="+mn-cs"/>
              </a:rPr>
              <a:t>C </a:t>
            </a:r>
            <a:r>
              <a:rPr kumimoji="0" lang="zh-CN" altLang="en-US" sz="2400" b="0" i="0" u="none" strike="noStrike" kern="1200" cap="none" spc="0" normalizeH="0" baseline="0" noProof="0" dirty="0">
                <a:ln>
                  <a:noFill/>
                </a:ln>
                <a:solidFill>
                  <a:schemeClr val="tx1"/>
                </a:solidFill>
                <a:effectLst/>
                <a:uLnTx/>
                <a:uFillTx/>
                <a:latin typeface="Arial" panose="020B0604020202020204" pitchFamily="34" charset="0"/>
                <a:ea typeface="楷体_GB2312" pitchFamily="49" charset="-122"/>
                <a:cs typeface="+mn-cs"/>
              </a:rPr>
              <a:t>值对输出电压数值（</a:t>
            </a:r>
            <a:r>
              <a:rPr kumimoji="0" lang="zh-CN" altLang="en-US" sz="2400" b="0" i="0" u="none" strike="noStrike" kern="1200" cap="none" spc="0" normalizeH="0" baseline="0" noProof="0" dirty="0">
                <a:ln>
                  <a:noFill/>
                </a:ln>
                <a:solidFill>
                  <a:srgbClr val="C00000"/>
                </a:solidFill>
                <a:effectLst/>
                <a:uLnTx/>
                <a:uFillTx/>
                <a:latin typeface="Arial" panose="020B0604020202020204" pitchFamily="34" charset="0"/>
                <a:ea typeface="华文中宋" panose="02010600040101010101" pitchFamily="2" charset="-122"/>
                <a:cs typeface="+mn-cs"/>
              </a:rPr>
              <a:t>平均电压</a:t>
            </a:r>
            <a:r>
              <a:rPr kumimoji="0" lang="zh-CN" altLang="en-US" sz="2400" b="0" i="0" u="none" strike="noStrike" kern="1200" cap="none" spc="0" normalizeH="0" baseline="0" noProof="0" dirty="0">
                <a:ln>
                  <a:noFill/>
                </a:ln>
                <a:solidFill>
                  <a:schemeClr val="tx1"/>
                </a:solidFill>
                <a:effectLst/>
                <a:uLnTx/>
                <a:uFillTx/>
                <a:latin typeface="Arial" panose="020B0604020202020204" pitchFamily="34" charset="0"/>
                <a:ea typeface="楷体_GB2312" pitchFamily="49" charset="-122"/>
                <a:cs typeface="+mn-cs"/>
              </a:rPr>
              <a:t>）和</a:t>
            </a:r>
            <a:r>
              <a:rPr kumimoji="0" lang="zh-CN" altLang="en-US" sz="2400" b="0" i="0" u="none" strike="noStrike" kern="1200" cap="none" spc="0" normalizeH="0" baseline="0" noProof="0" dirty="0">
                <a:ln>
                  <a:noFill/>
                </a:ln>
                <a:solidFill>
                  <a:schemeClr val="tx1"/>
                </a:solidFill>
                <a:effectLst/>
                <a:uLnTx/>
                <a:uFillTx/>
                <a:latin typeface="宋体" panose="02010600030101010101" pitchFamily="2" charset="-122"/>
                <a:ea typeface="楷体_GB2312" pitchFamily="49" charset="-122"/>
                <a:cs typeface="Times New Roman" panose="02020603050405020304" pitchFamily="18" charset="0"/>
              </a:rPr>
              <a:t>滤波效果</a:t>
            </a:r>
            <a:r>
              <a:rPr kumimoji="0" lang="zh-CN" altLang="en-US" sz="2400" b="0" i="0" u="none" strike="noStrike" kern="1200" cap="none" spc="0" normalizeH="0" baseline="0" noProof="0" dirty="0">
                <a:ln>
                  <a:noFill/>
                </a:ln>
                <a:solidFill>
                  <a:schemeClr val="tx1"/>
                </a:solidFill>
                <a:effectLst/>
                <a:uLnTx/>
                <a:uFillTx/>
                <a:latin typeface="Arial" panose="020B0604020202020204" pitchFamily="34" charset="0"/>
                <a:ea typeface="楷体_GB2312" pitchFamily="49" charset="-122"/>
                <a:cs typeface="+mn-cs"/>
              </a:rPr>
              <a:t>（</a:t>
            </a:r>
            <a:r>
              <a:rPr kumimoji="0" lang="zh-CN" altLang="en-US" sz="2400" b="0" i="0" u="none" strike="noStrike" kern="1200" cap="none" spc="0" normalizeH="0" baseline="0" noProof="0" dirty="0">
                <a:ln>
                  <a:noFill/>
                </a:ln>
                <a:solidFill>
                  <a:srgbClr val="C00000"/>
                </a:solidFill>
                <a:effectLst/>
                <a:uLnTx/>
                <a:uFillTx/>
                <a:latin typeface="Arial" panose="020B0604020202020204" pitchFamily="34" charset="0"/>
                <a:ea typeface="华文中宋" panose="02010600040101010101" pitchFamily="2" charset="-122"/>
                <a:cs typeface="+mn-cs"/>
              </a:rPr>
              <a:t>纹波电压</a:t>
            </a:r>
            <a:r>
              <a:rPr kumimoji="0" lang="zh-CN" altLang="en-US" sz="2400" b="0" i="0" u="none" strike="noStrike" kern="1200" cap="none" spc="0" normalizeH="0" baseline="0" noProof="0" dirty="0">
                <a:ln>
                  <a:noFill/>
                </a:ln>
                <a:solidFill>
                  <a:schemeClr val="tx1"/>
                </a:solidFill>
                <a:effectLst/>
                <a:uLnTx/>
                <a:uFillTx/>
                <a:latin typeface="Arial" panose="020B0604020202020204" pitchFamily="34" charset="0"/>
                <a:ea typeface="楷体_GB2312" pitchFamily="49" charset="-122"/>
                <a:cs typeface="+mn-cs"/>
              </a:rPr>
              <a:t>）的影响。</a:t>
            </a:r>
            <a:endParaRPr kumimoji="0" lang="en-US" altLang="zh-CN" sz="2400" b="0" i="0" u="none" strike="noStrike" kern="1200" cap="none" spc="0" normalizeH="0" baseline="0" noProof="0" dirty="0">
              <a:ln>
                <a:noFill/>
              </a:ln>
              <a:solidFill>
                <a:schemeClr val="tx1"/>
              </a:solidFill>
              <a:effectLst/>
              <a:uLnTx/>
              <a:uFillTx/>
              <a:latin typeface="Arial" panose="020B0604020202020204" pitchFamily="34" charset="0"/>
              <a:ea typeface="楷体_GB2312" pitchFamily="49" charset="-122"/>
              <a:cs typeface="+mn-cs"/>
            </a:endParaRPr>
          </a:p>
          <a:p>
            <a:pPr marL="0" marR="0" lvl="0" indent="0" algn="l" defTabSz="914400" rtl="0" eaLnBrk="0" fontAlgn="base" latinLnBrk="0" hangingPunct="0">
              <a:lnSpc>
                <a:spcPct val="100000"/>
              </a:lnSpc>
              <a:spcBef>
                <a:spcPts val="1000"/>
              </a:spcBef>
              <a:spcAft>
                <a:spcPct val="0"/>
              </a:spcAft>
              <a:buClrTx/>
              <a:buSzTx/>
              <a:buFontTx/>
              <a:buNone/>
              <a:defRPr/>
            </a:pPr>
            <a:r>
              <a:rPr kumimoji="0" lang="en-US" altLang="zh-CN" sz="2400" b="0" i="0" u="none" strike="noStrike" kern="1200" cap="none" spc="0" normalizeH="0" baseline="0" noProof="0" dirty="0">
                <a:ln>
                  <a:noFill/>
                </a:ln>
                <a:solidFill>
                  <a:srgbClr val="000000"/>
                </a:solidFill>
                <a:effectLst/>
                <a:uLnTx/>
                <a:uFillTx/>
                <a:latin typeface="Arial" panose="020B0604020202020204" pitchFamily="34" charset="0"/>
                <a:ea typeface="楷体_GB2312" pitchFamily="49" charset="-122"/>
                <a:cs typeface="+mn-cs"/>
              </a:rPr>
              <a:t>3</a:t>
            </a:r>
            <a:r>
              <a:rPr kumimoji="0" lang="zh-CN" altLang="en-US" sz="2400" b="0" i="0" u="none" strike="noStrike" kern="1200" cap="none" spc="0" normalizeH="0" baseline="0" noProof="0" dirty="0">
                <a:ln>
                  <a:noFill/>
                </a:ln>
                <a:solidFill>
                  <a:srgbClr val="000000"/>
                </a:solidFill>
                <a:effectLst/>
                <a:uLnTx/>
                <a:uFillTx/>
                <a:latin typeface="Arial" panose="020B0604020202020204" pitchFamily="34" charset="0"/>
                <a:ea typeface="楷体_GB2312" pitchFamily="49" charset="-122"/>
                <a:cs typeface="+mn-cs"/>
              </a:rPr>
              <a:t>、</a:t>
            </a:r>
            <a:r>
              <a:rPr kumimoji="0" lang="zh-CN" altLang="zh-CN" sz="2400" b="0" i="0" u="none" strike="noStrike" kern="1200" cap="none" spc="0" normalizeH="0" baseline="0" noProof="0" dirty="0">
                <a:ln>
                  <a:noFill/>
                </a:ln>
                <a:solidFill>
                  <a:schemeClr val="tx1"/>
                </a:solidFill>
                <a:effectLst/>
                <a:uLnTx/>
                <a:uFillTx/>
                <a:latin typeface="Arial" panose="020B0604020202020204" pitchFamily="34" charset="0"/>
                <a:ea typeface="楷体_GB2312" pitchFamily="49" charset="-122"/>
                <a:cs typeface="+mn-cs"/>
              </a:rPr>
              <a:t>完成</a:t>
            </a:r>
            <a:r>
              <a:rPr kumimoji="0" lang="en-US" altLang="zh-CN" sz="2400" b="0" i="0" u="none" strike="noStrike" kern="1200" cap="none" spc="0" normalizeH="0" baseline="0" noProof="0" dirty="0">
                <a:ln>
                  <a:noFill/>
                </a:ln>
                <a:solidFill>
                  <a:schemeClr val="tx1"/>
                </a:solidFill>
                <a:effectLst/>
                <a:uLnTx/>
                <a:uFillTx/>
                <a:latin typeface="Arial" panose="020B0604020202020204" pitchFamily="34" charset="0"/>
                <a:ea typeface="楷体_GB2312" pitchFamily="49" charset="-122"/>
                <a:cs typeface="+mn-cs"/>
              </a:rPr>
              <a:t>+5V</a:t>
            </a:r>
            <a:r>
              <a:rPr kumimoji="0" lang="zh-CN" altLang="zh-CN" sz="2400" b="0" i="0" u="none" strike="noStrike" kern="1200" cap="none" spc="0" normalizeH="0" baseline="0" noProof="0" dirty="0">
                <a:ln>
                  <a:noFill/>
                </a:ln>
                <a:solidFill>
                  <a:schemeClr val="tx1"/>
                </a:solidFill>
                <a:effectLst/>
                <a:uLnTx/>
                <a:uFillTx/>
                <a:latin typeface="Arial" panose="020B0604020202020204" pitchFamily="34" charset="0"/>
                <a:ea typeface="楷体_GB2312" pitchFamily="49" charset="-122"/>
                <a:cs typeface="+mn-cs"/>
              </a:rPr>
              <a:t>直流稳压电源的电路</a:t>
            </a:r>
            <a:r>
              <a:rPr kumimoji="0" lang="zh-CN" altLang="en-US" sz="2400" b="0" i="0" u="none" strike="noStrike" kern="1200" cap="none" spc="0" normalizeH="0" baseline="0" noProof="0" dirty="0">
                <a:ln>
                  <a:noFill/>
                </a:ln>
                <a:solidFill>
                  <a:schemeClr val="tx1"/>
                </a:solidFill>
                <a:effectLst/>
                <a:uLnTx/>
                <a:uFillTx/>
                <a:latin typeface="Arial" panose="020B0604020202020204" pitchFamily="34" charset="0"/>
                <a:ea typeface="楷体_GB2312" pitchFamily="49" charset="-122"/>
                <a:cs typeface="+mn-cs"/>
              </a:rPr>
              <a:t>实现，记录输入、输出波形</a:t>
            </a:r>
            <a:r>
              <a:rPr kumimoji="0" lang="zh-CN" altLang="zh-CN" sz="2400" b="0" i="0" u="none" strike="noStrike" kern="1200" cap="none" spc="0" normalizeH="0" baseline="0" noProof="0" dirty="0">
                <a:ln>
                  <a:noFill/>
                </a:ln>
                <a:solidFill>
                  <a:schemeClr val="tx1"/>
                </a:solidFill>
                <a:effectLst/>
                <a:uLnTx/>
                <a:uFillTx/>
                <a:latin typeface="Arial" panose="020B0604020202020204" pitchFamily="34" charset="0"/>
                <a:ea typeface="楷体_GB2312" pitchFamily="49" charset="-122"/>
                <a:cs typeface="+mn-cs"/>
              </a:rPr>
              <a:t>。</a:t>
            </a:r>
            <a:endParaRPr kumimoji="0" lang="zh-CN" altLang="en-US" sz="2400" b="0" i="0" u="none" strike="noStrike" kern="1200" cap="none" spc="0" normalizeH="0" baseline="0" noProof="0" dirty="0">
              <a:ln>
                <a:noFill/>
              </a:ln>
              <a:solidFill>
                <a:schemeClr val="tx1"/>
              </a:solidFill>
              <a:effectLst/>
              <a:uLnTx/>
              <a:uFillTx/>
              <a:latin typeface="Arial" panose="020B0604020202020204" pitchFamily="34" charset="0"/>
              <a:ea typeface="楷体_GB2312" pitchFamily="49" charset="-122"/>
              <a:cs typeface="+mn-cs"/>
            </a:endParaRPr>
          </a:p>
          <a:p>
            <a:pPr marL="0" marR="0" lvl="0" indent="0" algn="l" defTabSz="914400" rtl="0" eaLnBrk="0" fontAlgn="base" latinLnBrk="0" hangingPunct="0">
              <a:lnSpc>
                <a:spcPct val="100000"/>
              </a:lnSpc>
              <a:spcBef>
                <a:spcPts val="1000"/>
              </a:spcBef>
              <a:spcAft>
                <a:spcPct val="0"/>
              </a:spcAft>
              <a:buClrTx/>
              <a:buSzTx/>
              <a:buFontTx/>
              <a:buNone/>
              <a:defRPr/>
            </a:pPr>
            <a:endParaRPr kumimoji="0" lang="zh-CN" altLang="en-US" sz="2400" b="0" i="0" u="none" strike="noStrike" kern="1200" cap="none" spc="0" normalizeH="0" baseline="0" noProof="0" dirty="0">
              <a:ln>
                <a:noFill/>
              </a:ln>
              <a:solidFill>
                <a:schemeClr val="tx1"/>
              </a:solidFill>
              <a:effectLst/>
              <a:uLnTx/>
              <a:uFillTx/>
              <a:latin typeface="Arial" panose="020B0604020202020204" pitchFamily="34" charset="0"/>
              <a:ea typeface="楷体_GB2312" pitchFamily="49" charset="-122"/>
              <a:cs typeface="+mn-cs"/>
            </a:endParaRPr>
          </a:p>
        </p:txBody>
      </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22" name="图片 1"/>
          <p:cNvPicPr>
            <a:picLocks noChangeAspect="1"/>
          </p:cNvPicPr>
          <p:nvPr/>
        </p:nvPicPr>
        <p:blipFill>
          <a:blip r:embed="rId2"/>
          <a:stretch>
            <a:fillRect/>
          </a:stretch>
        </p:blipFill>
        <p:spPr>
          <a:xfrm>
            <a:off x="296863" y="1147763"/>
            <a:ext cx="3765550" cy="2303462"/>
          </a:xfrm>
          <a:prstGeom prst="rect">
            <a:avLst/>
          </a:prstGeom>
          <a:noFill/>
          <a:ln w="9525">
            <a:noFill/>
          </a:ln>
        </p:spPr>
      </p:pic>
      <p:sp>
        <p:nvSpPr>
          <p:cNvPr id="30723" name="矩形 2"/>
          <p:cNvSpPr/>
          <p:nvPr/>
        </p:nvSpPr>
        <p:spPr>
          <a:xfrm>
            <a:off x="2916238" y="274638"/>
            <a:ext cx="3759200" cy="460375"/>
          </a:xfrm>
          <a:prstGeom prst="rect">
            <a:avLst/>
          </a:prstGeom>
          <a:noFill/>
          <a:ln w="9525">
            <a:noFill/>
          </a:ln>
        </p:spPr>
        <p:txBody>
          <a:bodyPr wrap="none">
            <a:spAutoFit/>
          </a:bodyPr>
          <a:lstStyle/>
          <a:p>
            <a:r>
              <a:rPr lang="zh-CN" altLang="en-US" b="1" dirty="0">
                <a:solidFill>
                  <a:srgbClr val="006666"/>
                </a:solidFill>
                <a:latin typeface="微软雅黑" panose="020B0503020204020204" pitchFamily="34" charset="-122"/>
                <a:ea typeface="微软雅黑" panose="020B0503020204020204" pitchFamily="34" charset="-122"/>
              </a:rPr>
              <a:t>仿真实验</a:t>
            </a:r>
            <a:r>
              <a:rPr lang="en-US" altLang="zh-CN" b="1" dirty="0">
                <a:solidFill>
                  <a:srgbClr val="006666"/>
                </a:solidFill>
                <a:latin typeface="微软雅黑" panose="020B0503020204020204" pitchFamily="34" charset="-122"/>
                <a:ea typeface="微软雅黑" panose="020B0503020204020204" pitchFamily="34" charset="-122"/>
              </a:rPr>
              <a:t>1</a:t>
            </a:r>
            <a:r>
              <a:rPr lang="zh-CN" altLang="en-US" b="1" dirty="0">
                <a:solidFill>
                  <a:srgbClr val="006666"/>
                </a:solidFill>
                <a:latin typeface="微软雅黑" panose="020B0503020204020204" pitchFamily="34" charset="-122"/>
                <a:ea typeface="微软雅黑" panose="020B0503020204020204" pitchFamily="34" charset="-122"/>
              </a:rPr>
              <a:t>、单相半波整流</a:t>
            </a:r>
            <a:endParaRPr lang="zh-CN" altLang="en-US" dirty="0">
              <a:solidFill>
                <a:srgbClr val="006666"/>
              </a:solidFill>
              <a:latin typeface="Arial" panose="020B0604020202020204" pitchFamily="34" charset="0"/>
            </a:endParaRPr>
          </a:p>
        </p:txBody>
      </p:sp>
      <p:pic>
        <p:nvPicPr>
          <p:cNvPr id="30724" name="图片 6"/>
          <p:cNvPicPr>
            <a:picLocks noChangeAspect="1"/>
          </p:cNvPicPr>
          <p:nvPr/>
        </p:nvPicPr>
        <p:blipFill>
          <a:blip r:embed="rId3"/>
          <a:stretch>
            <a:fillRect/>
          </a:stretch>
        </p:blipFill>
        <p:spPr>
          <a:xfrm>
            <a:off x="271463" y="3451225"/>
            <a:ext cx="3371850" cy="2692400"/>
          </a:xfrm>
          <a:prstGeom prst="rect">
            <a:avLst/>
          </a:prstGeom>
          <a:noFill/>
          <a:ln w="9525">
            <a:noFill/>
          </a:ln>
        </p:spPr>
      </p:pic>
      <p:sp>
        <p:nvSpPr>
          <p:cNvPr id="30725" name="矩形 7"/>
          <p:cNvSpPr/>
          <p:nvPr/>
        </p:nvSpPr>
        <p:spPr>
          <a:xfrm>
            <a:off x="92075" y="1039813"/>
            <a:ext cx="1724025" cy="461962"/>
          </a:xfrm>
          <a:prstGeom prst="rect">
            <a:avLst/>
          </a:prstGeom>
          <a:noFill/>
          <a:ln w="9525">
            <a:noFill/>
          </a:ln>
        </p:spPr>
        <p:txBody>
          <a:bodyPr wrap="none">
            <a:spAutoFit/>
          </a:bodyPr>
          <a:lstStyle/>
          <a:p>
            <a:r>
              <a:rPr lang="zh-CN" altLang="en-US" dirty="0">
                <a:solidFill>
                  <a:srgbClr val="C00000"/>
                </a:solidFill>
                <a:latin typeface="Arial" panose="020B0604020202020204" pitchFamily="34" charset="0"/>
              </a:rPr>
              <a:t>仿真电流图</a:t>
            </a:r>
            <a:endParaRPr lang="zh-CN" altLang="en-US" dirty="0">
              <a:latin typeface="Arial" panose="020B0604020202020204" pitchFamily="34" charset="0"/>
            </a:endParaRPr>
          </a:p>
        </p:txBody>
      </p:sp>
      <p:sp>
        <p:nvSpPr>
          <p:cNvPr id="30726" name="矩形 8"/>
          <p:cNvSpPr/>
          <p:nvPr/>
        </p:nvSpPr>
        <p:spPr>
          <a:xfrm>
            <a:off x="3563938" y="3817938"/>
            <a:ext cx="492125" cy="1200150"/>
          </a:xfrm>
          <a:prstGeom prst="rect">
            <a:avLst/>
          </a:prstGeom>
          <a:noFill/>
          <a:ln w="9525">
            <a:noFill/>
          </a:ln>
        </p:spPr>
        <p:txBody>
          <a:bodyPr wrap="none">
            <a:spAutoFit/>
          </a:bodyPr>
          <a:lstStyle/>
          <a:p>
            <a:r>
              <a:rPr lang="zh-CN" altLang="en-US" dirty="0">
                <a:solidFill>
                  <a:srgbClr val="C00000"/>
                </a:solidFill>
                <a:latin typeface="Arial" panose="020B0604020202020204" pitchFamily="34" charset="0"/>
              </a:rPr>
              <a:t>源</a:t>
            </a:r>
            <a:endParaRPr lang="en-US" altLang="zh-CN" dirty="0">
              <a:solidFill>
                <a:srgbClr val="C00000"/>
              </a:solidFill>
              <a:latin typeface="Arial" panose="020B0604020202020204" pitchFamily="34" charset="0"/>
            </a:endParaRPr>
          </a:p>
          <a:p>
            <a:r>
              <a:rPr lang="zh-CN" altLang="en-US" dirty="0">
                <a:solidFill>
                  <a:srgbClr val="C00000"/>
                </a:solidFill>
                <a:latin typeface="Arial" panose="020B0604020202020204" pitchFamily="34" charset="0"/>
              </a:rPr>
              <a:t>信</a:t>
            </a:r>
            <a:endParaRPr lang="en-US" altLang="zh-CN" dirty="0">
              <a:solidFill>
                <a:srgbClr val="C00000"/>
              </a:solidFill>
              <a:latin typeface="Arial" panose="020B0604020202020204" pitchFamily="34" charset="0"/>
            </a:endParaRPr>
          </a:p>
          <a:p>
            <a:r>
              <a:rPr lang="zh-CN" altLang="en-US" dirty="0">
                <a:solidFill>
                  <a:srgbClr val="C00000"/>
                </a:solidFill>
                <a:latin typeface="Arial" panose="020B0604020202020204" pitchFamily="34" charset="0"/>
              </a:rPr>
              <a:t>号</a:t>
            </a:r>
            <a:endParaRPr lang="zh-CN" altLang="en-US" dirty="0">
              <a:latin typeface="Arial" panose="020B0604020202020204" pitchFamily="34" charset="0"/>
            </a:endParaRPr>
          </a:p>
        </p:txBody>
      </p:sp>
      <p:pic>
        <p:nvPicPr>
          <p:cNvPr id="30727" name="图片 17"/>
          <p:cNvPicPr>
            <a:picLocks noChangeAspect="1"/>
          </p:cNvPicPr>
          <p:nvPr/>
        </p:nvPicPr>
        <p:blipFill>
          <a:blip r:embed="rId4"/>
          <a:stretch>
            <a:fillRect/>
          </a:stretch>
        </p:blipFill>
        <p:spPr>
          <a:xfrm>
            <a:off x="4211638" y="3460750"/>
            <a:ext cx="3308350" cy="2695575"/>
          </a:xfrm>
          <a:prstGeom prst="rect">
            <a:avLst/>
          </a:prstGeom>
          <a:noFill/>
          <a:ln w="9525">
            <a:noFill/>
          </a:ln>
        </p:spPr>
      </p:pic>
      <p:sp>
        <p:nvSpPr>
          <p:cNvPr id="30728" name="矩形 18"/>
          <p:cNvSpPr/>
          <p:nvPr/>
        </p:nvSpPr>
        <p:spPr>
          <a:xfrm>
            <a:off x="7567613" y="3817938"/>
            <a:ext cx="493712" cy="1568450"/>
          </a:xfrm>
          <a:prstGeom prst="rect">
            <a:avLst/>
          </a:prstGeom>
          <a:noFill/>
          <a:ln w="9525">
            <a:noFill/>
          </a:ln>
        </p:spPr>
        <p:txBody>
          <a:bodyPr wrap="none">
            <a:spAutoFit/>
          </a:bodyPr>
          <a:lstStyle/>
          <a:p>
            <a:r>
              <a:rPr lang="zh-CN" altLang="en-US" dirty="0">
                <a:solidFill>
                  <a:srgbClr val="C00000"/>
                </a:solidFill>
                <a:latin typeface="Arial" panose="020B0604020202020204" pitchFamily="34" charset="0"/>
              </a:rPr>
              <a:t>半</a:t>
            </a:r>
            <a:endParaRPr lang="en-US" altLang="zh-CN" dirty="0">
              <a:solidFill>
                <a:srgbClr val="C00000"/>
              </a:solidFill>
              <a:latin typeface="Arial" panose="020B0604020202020204" pitchFamily="34" charset="0"/>
            </a:endParaRPr>
          </a:p>
          <a:p>
            <a:r>
              <a:rPr lang="zh-CN" altLang="en-US" dirty="0">
                <a:solidFill>
                  <a:srgbClr val="C00000"/>
                </a:solidFill>
                <a:latin typeface="Arial" panose="020B0604020202020204" pitchFamily="34" charset="0"/>
              </a:rPr>
              <a:t>波</a:t>
            </a:r>
            <a:endParaRPr lang="en-US" altLang="zh-CN" dirty="0">
              <a:solidFill>
                <a:srgbClr val="C00000"/>
              </a:solidFill>
              <a:latin typeface="Arial" panose="020B0604020202020204" pitchFamily="34" charset="0"/>
            </a:endParaRPr>
          </a:p>
          <a:p>
            <a:r>
              <a:rPr lang="zh-CN" altLang="en-US" dirty="0">
                <a:solidFill>
                  <a:srgbClr val="C00000"/>
                </a:solidFill>
                <a:latin typeface="Arial" panose="020B0604020202020204" pitchFamily="34" charset="0"/>
              </a:rPr>
              <a:t>整</a:t>
            </a:r>
            <a:endParaRPr lang="en-US" altLang="zh-CN" dirty="0">
              <a:solidFill>
                <a:srgbClr val="C00000"/>
              </a:solidFill>
              <a:latin typeface="Arial" panose="020B0604020202020204" pitchFamily="34" charset="0"/>
            </a:endParaRPr>
          </a:p>
          <a:p>
            <a:r>
              <a:rPr lang="zh-CN" altLang="en-US" dirty="0">
                <a:solidFill>
                  <a:srgbClr val="C00000"/>
                </a:solidFill>
                <a:latin typeface="Arial" panose="020B0604020202020204" pitchFamily="34" charset="0"/>
              </a:rPr>
              <a:t>流</a:t>
            </a:r>
            <a:endParaRPr lang="zh-CN" altLang="en-US" dirty="0">
              <a:latin typeface="Arial" panose="020B0604020202020204" pitchFamily="34" charset="0"/>
            </a:endParaRPr>
          </a:p>
        </p:txBody>
      </p:sp>
      <p:sp>
        <p:nvSpPr>
          <p:cNvPr id="9" name="Rectangle 66"/>
          <p:cNvSpPr>
            <a:spLocks noChangeArrowheads="1"/>
          </p:cNvSpPr>
          <p:nvPr/>
        </p:nvSpPr>
        <p:spPr bwMode="auto">
          <a:xfrm>
            <a:off x="484188" y="160338"/>
            <a:ext cx="2663825"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lstStyle>
            <a:lvl1pPr marL="342900" indent="-3429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342900" marR="0" lvl="0" indent="-342900" algn="l" defTabSz="914400" rtl="0" eaLnBrk="0" fontAlgn="base" latinLnBrk="0" hangingPunct="0">
              <a:lnSpc>
                <a:spcPct val="100000"/>
              </a:lnSpc>
              <a:spcBef>
                <a:spcPct val="0"/>
              </a:spcBef>
              <a:spcAft>
                <a:spcPct val="0"/>
              </a:spcAft>
              <a:buClrTx/>
              <a:buSzTx/>
              <a:buFontTx/>
              <a:buNone/>
              <a:defRPr/>
            </a:pPr>
            <a:r>
              <a:rPr kumimoji="1" lang="zh-CN" altLang="en-US" sz="3600" b="0" i="0" u="none" strike="noStrike" kern="1200" cap="none" spc="0" normalizeH="0" baseline="0" noProof="0" dirty="0">
                <a:ln w="0"/>
                <a:solidFill>
                  <a:srgbClr val="FF0000"/>
                </a:solidFill>
                <a:effectLst>
                  <a:outerShdw blurRad="38100" dist="19050" dir="2700000" algn="tl" rotWithShape="0">
                    <a:schemeClr val="dk1">
                      <a:alpha val="40000"/>
                    </a:schemeClr>
                  </a:outerShdw>
                </a:effectLst>
                <a:uLnTx/>
                <a:uFillTx/>
                <a:latin typeface="微软雅黑" panose="020B0503020204020204" pitchFamily="34" charset="-122"/>
                <a:ea typeface="微软雅黑" panose="020B0503020204020204" pitchFamily="34" charset="-122"/>
                <a:cs typeface="+mn-cs"/>
              </a:rPr>
              <a:t>实验样例</a:t>
            </a:r>
            <a:endParaRPr kumimoji="1" lang="zh-CN" altLang="en-US" sz="2800" b="0" i="0" u="none" strike="noStrike" kern="1200" cap="none" spc="0" normalizeH="0" baseline="0" noProof="0" dirty="0">
              <a:ln w="0"/>
              <a:solidFill>
                <a:srgbClr val="003300"/>
              </a:solidFill>
              <a:effectLst>
                <a:outerShdw blurRad="38100" dist="19050" dir="2700000" algn="tl" rotWithShape="0">
                  <a:schemeClr val="dk1">
                    <a:alpha val="40000"/>
                  </a:schemeClr>
                </a:outerShdw>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表格 2"/>
          <p:cNvGraphicFramePr>
            <a:graphicFrameLocks noGrp="1"/>
          </p:cNvGraphicFramePr>
          <p:nvPr/>
        </p:nvGraphicFramePr>
        <p:xfrm>
          <a:off x="539750" y="1773238"/>
          <a:ext cx="7610475" cy="1993900"/>
        </p:xfrm>
        <a:graphic>
          <a:graphicData uri="http://schemas.openxmlformats.org/drawingml/2006/table">
            <a:tbl>
              <a:tblPr firstRow="1" bandRow="1">
                <a:tableStyleId>{5C22544A-7EE6-4342-B048-85BDC9FD1C3A}</a:tableStyleId>
              </a:tblPr>
              <a:tblGrid>
                <a:gridCol w="3872446">
                  <a:extLst>
                    <a:ext uri="{9D8B030D-6E8A-4147-A177-3AD203B41FA5}">
                      <a16:colId xmlns:a16="http://schemas.microsoft.com/office/drawing/2014/main" val="20000"/>
                    </a:ext>
                  </a:extLst>
                </a:gridCol>
                <a:gridCol w="3738029">
                  <a:extLst>
                    <a:ext uri="{9D8B030D-6E8A-4147-A177-3AD203B41FA5}">
                      <a16:colId xmlns:a16="http://schemas.microsoft.com/office/drawing/2014/main" val="20001"/>
                    </a:ext>
                  </a:extLst>
                </a:gridCol>
              </a:tblGrid>
              <a:tr h="1623128">
                <a:tc>
                  <a:txBody>
                    <a:bodyPr/>
                    <a:lstStyle/>
                    <a:p>
                      <a:endParaRPr lang="zh-CN" altLang="en-US" sz="1800" dirty="0"/>
                    </a:p>
                  </a:txBody>
                  <a:tcPr marL="91439" marR="91439" marT="45712" marB="45712">
                    <a:lnL w="12700" cap="flat" cmpd="sng" algn="ctr">
                      <a:solidFill>
                        <a:schemeClr val="accent5">
                          <a:lumMod val="50000"/>
                        </a:schemeClr>
                      </a:solidFill>
                      <a:prstDash val="solid"/>
                      <a:round/>
                      <a:headEnd type="none" w="med" len="med"/>
                      <a:tailEnd type="none" w="med" len="med"/>
                    </a:lnL>
                    <a:lnR w="12700" cap="flat" cmpd="sng" algn="ctr">
                      <a:solidFill>
                        <a:schemeClr val="accent5">
                          <a:lumMod val="50000"/>
                        </a:schemeClr>
                      </a:solidFill>
                      <a:prstDash val="solid"/>
                      <a:round/>
                      <a:headEnd type="none" w="med" len="med"/>
                      <a:tailEnd type="none" w="med" len="med"/>
                    </a:lnR>
                    <a:lnT w="12700" cap="flat" cmpd="sng" algn="ctr">
                      <a:solidFill>
                        <a:schemeClr val="accent5">
                          <a:lumMod val="50000"/>
                        </a:schemeClr>
                      </a:solidFill>
                      <a:prstDash val="solid"/>
                      <a:round/>
                      <a:headEnd type="none" w="med" len="med"/>
                      <a:tailEnd type="none" w="med" len="med"/>
                    </a:lnT>
                    <a:lnB w="12700" cap="flat" cmpd="sng" algn="ctr">
                      <a:solidFill>
                        <a:schemeClr val="accent5">
                          <a:lumMod val="50000"/>
                        </a:schemeClr>
                      </a:solidFill>
                      <a:prstDash val="solid"/>
                      <a:round/>
                      <a:headEnd type="none" w="med" len="med"/>
                      <a:tailEnd type="none" w="med" len="med"/>
                    </a:lnB>
                  </a:tcPr>
                </a:tc>
                <a:tc>
                  <a:txBody>
                    <a:bodyPr/>
                    <a:lstStyle/>
                    <a:p>
                      <a:endParaRPr lang="zh-CN" altLang="en-US" sz="1800" dirty="0"/>
                    </a:p>
                  </a:txBody>
                  <a:tcPr marL="91439" marR="91439" marT="45712" marB="45712">
                    <a:lnL w="12700" cap="flat" cmpd="sng" algn="ctr">
                      <a:solidFill>
                        <a:schemeClr val="accent5">
                          <a:lumMod val="50000"/>
                        </a:schemeClr>
                      </a:solidFill>
                      <a:prstDash val="solid"/>
                      <a:round/>
                      <a:headEnd type="none" w="med" len="med"/>
                      <a:tailEnd type="none" w="med" len="med"/>
                    </a:lnL>
                    <a:lnR w="12700" cap="flat" cmpd="sng" algn="ctr">
                      <a:solidFill>
                        <a:schemeClr val="accent5">
                          <a:lumMod val="50000"/>
                        </a:schemeClr>
                      </a:solidFill>
                      <a:prstDash val="solid"/>
                      <a:round/>
                      <a:headEnd type="none" w="med" len="med"/>
                      <a:tailEnd type="none" w="med" len="med"/>
                    </a:lnR>
                    <a:lnT w="12700" cap="flat" cmpd="sng" algn="ctr">
                      <a:solidFill>
                        <a:schemeClr val="accent5">
                          <a:lumMod val="50000"/>
                        </a:schemeClr>
                      </a:solidFill>
                      <a:prstDash val="solid"/>
                      <a:round/>
                      <a:headEnd type="none" w="med" len="med"/>
                      <a:tailEnd type="none" w="med" len="med"/>
                    </a:lnT>
                    <a:lnB w="12700" cap="flat" cmpd="sng" algn="ctr">
                      <a:solidFill>
                        <a:schemeClr val="accent5">
                          <a:lumMod val="50000"/>
                        </a:schemeClr>
                      </a:solidFill>
                      <a:prstDash val="solid"/>
                      <a:round/>
                      <a:headEnd type="none" w="med" len="med"/>
                      <a:tailEnd type="none" w="med" len="med"/>
                    </a:lnB>
                  </a:tcPr>
                </a:tc>
                <a:extLst>
                  <a:ext uri="{0D108BD9-81ED-4DB2-BD59-A6C34878D82A}">
                    <a16:rowId xmlns:a16="http://schemas.microsoft.com/office/drawing/2014/main" val="10000"/>
                  </a:ext>
                </a:extLst>
              </a:tr>
              <a:tr h="370772">
                <a:tc>
                  <a:txBody>
                    <a:bodyPr/>
                    <a:lstStyle/>
                    <a:p>
                      <a:r>
                        <a:rPr lang="en-US" altLang="zh-CN" sz="1800" dirty="0"/>
                        <a:t>        Vpp:30.9V</a:t>
                      </a:r>
                      <a:endParaRPr lang="zh-CN" altLang="en-US" sz="1800" dirty="0"/>
                    </a:p>
                  </a:txBody>
                  <a:tcPr marL="91439" marR="91439" marT="45712" marB="45712">
                    <a:lnL w="12700" cap="flat" cmpd="sng" algn="ctr">
                      <a:solidFill>
                        <a:schemeClr val="accent5">
                          <a:lumMod val="50000"/>
                        </a:schemeClr>
                      </a:solidFill>
                      <a:prstDash val="solid"/>
                      <a:round/>
                      <a:headEnd type="none" w="med" len="med"/>
                      <a:tailEnd type="none" w="med" len="med"/>
                    </a:lnL>
                    <a:lnR w="12700" cap="flat" cmpd="sng" algn="ctr">
                      <a:solidFill>
                        <a:schemeClr val="accent5">
                          <a:lumMod val="50000"/>
                        </a:schemeClr>
                      </a:solidFill>
                      <a:prstDash val="solid"/>
                      <a:round/>
                      <a:headEnd type="none" w="med" len="med"/>
                      <a:tailEnd type="none" w="med" len="med"/>
                    </a:lnR>
                    <a:lnT w="12700" cap="flat" cmpd="sng" algn="ctr">
                      <a:solidFill>
                        <a:schemeClr val="accent5">
                          <a:lumMod val="50000"/>
                        </a:schemeClr>
                      </a:solidFill>
                      <a:prstDash val="solid"/>
                      <a:round/>
                      <a:headEnd type="none" w="med" len="med"/>
                      <a:tailEnd type="none" w="med" len="med"/>
                    </a:lnT>
                    <a:lnB w="12700" cap="flat" cmpd="sng" algn="ctr">
                      <a:solidFill>
                        <a:schemeClr val="accent5">
                          <a:lumMod val="50000"/>
                        </a:schemeClr>
                      </a:solidFill>
                      <a:prstDash val="solid"/>
                      <a:round/>
                      <a:headEnd type="none" w="med" len="med"/>
                      <a:tailEnd type="none" w="med" len="med"/>
                    </a:lnB>
                  </a:tcPr>
                </a:tc>
                <a:tc>
                  <a:txBody>
                    <a:bodyPr/>
                    <a:lstStyle/>
                    <a:p>
                      <a:r>
                        <a:rPr lang="zh-CN" altLang="en-US" sz="1800" dirty="0"/>
                        <a:t>峰值：</a:t>
                      </a:r>
                      <a:r>
                        <a:rPr lang="en-US" altLang="zh-CN" sz="1800" dirty="0"/>
                        <a:t>30.154V</a:t>
                      </a:r>
                      <a:endParaRPr lang="zh-CN" altLang="en-US" sz="1800" dirty="0"/>
                    </a:p>
                  </a:txBody>
                  <a:tcPr marL="91439" marR="91439" marT="45712" marB="45712">
                    <a:lnL w="12700" cap="flat" cmpd="sng" algn="ctr">
                      <a:solidFill>
                        <a:schemeClr val="accent5">
                          <a:lumMod val="50000"/>
                        </a:schemeClr>
                      </a:solidFill>
                      <a:prstDash val="solid"/>
                      <a:round/>
                      <a:headEnd type="none" w="med" len="med"/>
                      <a:tailEnd type="none" w="med" len="med"/>
                    </a:lnL>
                    <a:lnR w="12700" cap="flat" cmpd="sng" algn="ctr">
                      <a:solidFill>
                        <a:schemeClr val="accent5">
                          <a:lumMod val="50000"/>
                        </a:schemeClr>
                      </a:solidFill>
                      <a:prstDash val="solid"/>
                      <a:round/>
                      <a:headEnd type="none" w="med" len="med"/>
                      <a:tailEnd type="none" w="med" len="med"/>
                    </a:lnR>
                    <a:lnT w="12700" cap="flat" cmpd="sng" algn="ctr">
                      <a:solidFill>
                        <a:schemeClr val="accent5">
                          <a:lumMod val="50000"/>
                        </a:schemeClr>
                      </a:solidFill>
                      <a:prstDash val="solid"/>
                      <a:round/>
                      <a:headEnd type="none" w="med" len="med"/>
                      <a:tailEnd type="none" w="med" len="med"/>
                    </a:lnT>
                    <a:lnB w="12700" cap="flat" cmpd="sng" algn="ctr">
                      <a:solidFill>
                        <a:schemeClr val="accent5">
                          <a:lumMod val="50000"/>
                        </a:schemeClr>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pic>
        <p:nvPicPr>
          <p:cNvPr id="31757" name="图片 3"/>
          <p:cNvPicPr>
            <a:picLocks noChangeAspect="1"/>
          </p:cNvPicPr>
          <p:nvPr/>
        </p:nvPicPr>
        <p:blipFill>
          <a:blip r:embed="rId2"/>
          <a:stretch>
            <a:fillRect/>
          </a:stretch>
        </p:blipFill>
        <p:spPr>
          <a:xfrm>
            <a:off x="650875" y="1860550"/>
            <a:ext cx="3316288" cy="1468438"/>
          </a:xfrm>
          <a:prstGeom prst="rect">
            <a:avLst/>
          </a:prstGeom>
          <a:noFill/>
          <a:ln w="9525">
            <a:noFill/>
          </a:ln>
        </p:spPr>
      </p:pic>
      <p:pic>
        <p:nvPicPr>
          <p:cNvPr id="31758" name="图片 4"/>
          <p:cNvPicPr>
            <a:picLocks noChangeAspect="1"/>
          </p:cNvPicPr>
          <p:nvPr/>
        </p:nvPicPr>
        <p:blipFill>
          <a:blip r:embed="rId3"/>
          <a:stretch>
            <a:fillRect/>
          </a:stretch>
        </p:blipFill>
        <p:spPr>
          <a:xfrm>
            <a:off x="4470400" y="1839913"/>
            <a:ext cx="3257550" cy="1489075"/>
          </a:xfrm>
          <a:prstGeom prst="rect">
            <a:avLst/>
          </a:prstGeom>
          <a:noFill/>
          <a:ln w="9525">
            <a:noFill/>
          </a:ln>
        </p:spPr>
      </p:pic>
      <p:sp>
        <p:nvSpPr>
          <p:cNvPr id="31759" name="矩形 5"/>
          <p:cNvSpPr/>
          <p:nvPr/>
        </p:nvSpPr>
        <p:spPr>
          <a:xfrm>
            <a:off x="395288" y="1022350"/>
            <a:ext cx="5761037" cy="460375"/>
          </a:xfrm>
          <a:prstGeom prst="rect">
            <a:avLst/>
          </a:prstGeom>
          <a:noFill/>
          <a:ln w="9525">
            <a:noFill/>
          </a:ln>
        </p:spPr>
        <p:txBody>
          <a:bodyPr>
            <a:spAutoFit/>
          </a:bodyPr>
          <a:lstStyle/>
          <a:p>
            <a:r>
              <a:rPr lang="zh-CN" altLang="en-US" b="1" dirty="0">
                <a:solidFill>
                  <a:srgbClr val="002060"/>
                </a:solidFill>
                <a:latin typeface="Arial" panose="020B0604020202020204" pitchFamily="34" charset="0"/>
              </a:rPr>
              <a:t>也可以只截曲线图，然后标出峰值</a:t>
            </a:r>
          </a:p>
        </p:txBody>
      </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矩形 1"/>
          <p:cNvSpPr/>
          <p:nvPr/>
        </p:nvSpPr>
        <p:spPr>
          <a:xfrm>
            <a:off x="2916238" y="333375"/>
            <a:ext cx="3143250" cy="460375"/>
          </a:xfrm>
          <a:prstGeom prst="rect">
            <a:avLst/>
          </a:prstGeom>
          <a:noFill/>
          <a:ln w="9525">
            <a:noFill/>
          </a:ln>
        </p:spPr>
        <p:txBody>
          <a:bodyPr wrap="none">
            <a:spAutoFit/>
          </a:bodyPr>
          <a:lstStyle/>
          <a:p>
            <a:r>
              <a:rPr lang="zh-CN" altLang="en-US" b="1" dirty="0">
                <a:solidFill>
                  <a:srgbClr val="006666"/>
                </a:solidFill>
                <a:latin typeface="微软雅黑" panose="020B0503020204020204" pitchFamily="34" charset="-122"/>
                <a:ea typeface="微软雅黑" panose="020B0503020204020204" pitchFamily="34" charset="-122"/>
              </a:rPr>
              <a:t>仿真实验</a:t>
            </a:r>
            <a:r>
              <a:rPr lang="en-US" altLang="zh-CN" b="1" dirty="0">
                <a:solidFill>
                  <a:srgbClr val="006666"/>
                </a:solidFill>
                <a:latin typeface="微软雅黑" panose="020B0503020204020204" pitchFamily="34" charset="-122"/>
                <a:ea typeface="微软雅黑" panose="020B0503020204020204" pitchFamily="34" charset="-122"/>
              </a:rPr>
              <a:t>2</a:t>
            </a:r>
            <a:r>
              <a:rPr lang="zh-CN" altLang="en-US" b="1" dirty="0">
                <a:solidFill>
                  <a:srgbClr val="006666"/>
                </a:solidFill>
                <a:latin typeface="微软雅黑" panose="020B0503020204020204" pitchFamily="34" charset="-122"/>
                <a:ea typeface="微软雅黑" panose="020B0503020204020204" pitchFamily="34" charset="-122"/>
              </a:rPr>
              <a:t>、桥式整流</a:t>
            </a:r>
            <a:endParaRPr lang="zh-CN" altLang="en-US" dirty="0">
              <a:solidFill>
                <a:srgbClr val="006666"/>
              </a:solidFill>
              <a:latin typeface="Arial" panose="020B0604020202020204" pitchFamily="34" charset="0"/>
            </a:endParaRPr>
          </a:p>
        </p:txBody>
      </p:sp>
      <p:pic>
        <p:nvPicPr>
          <p:cNvPr id="32771" name="图片 8"/>
          <p:cNvPicPr>
            <a:picLocks noChangeAspect="1"/>
          </p:cNvPicPr>
          <p:nvPr/>
        </p:nvPicPr>
        <p:blipFill>
          <a:blip r:embed="rId2"/>
          <a:stretch>
            <a:fillRect/>
          </a:stretch>
        </p:blipFill>
        <p:spPr>
          <a:xfrm>
            <a:off x="4087813" y="1087438"/>
            <a:ext cx="4795837" cy="3887787"/>
          </a:xfrm>
          <a:prstGeom prst="rect">
            <a:avLst/>
          </a:prstGeom>
          <a:noFill/>
          <a:ln w="9525">
            <a:noFill/>
          </a:ln>
        </p:spPr>
      </p:pic>
      <p:pic>
        <p:nvPicPr>
          <p:cNvPr id="32772" name="图片 1"/>
          <p:cNvPicPr>
            <a:picLocks noChangeAspect="1"/>
          </p:cNvPicPr>
          <p:nvPr/>
        </p:nvPicPr>
        <p:blipFill>
          <a:blip r:embed="rId3"/>
          <a:stretch>
            <a:fillRect/>
          </a:stretch>
        </p:blipFill>
        <p:spPr>
          <a:xfrm>
            <a:off x="412750" y="1484313"/>
            <a:ext cx="3332163" cy="2665412"/>
          </a:xfrm>
          <a:prstGeom prst="rect">
            <a:avLst/>
          </a:prstGeom>
          <a:noFill/>
          <a:ln w="9525">
            <a:noFill/>
          </a:ln>
        </p:spPr>
      </p:pic>
      <p:sp>
        <p:nvSpPr>
          <p:cNvPr id="5" name="Rectangle 66"/>
          <p:cNvSpPr>
            <a:spLocks noChangeArrowheads="1"/>
          </p:cNvSpPr>
          <p:nvPr/>
        </p:nvSpPr>
        <p:spPr bwMode="auto">
          <a:xfrm>
            <a:off x="0" y="220663"/>
            <a:ext cx="2663825"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lstStyle>
            <a:lvl1pPr marL="342900" indent="-3429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342900" marR="0" lvl="0" indent="-342900" algn="l" defTabSz="914400" rtl="0" eaLnBrk="0" fontAlgn="base" latinLnBrk="0" hangingPunct="0">
              <a:lnSpc>
                <a:spcPct val="100000"/>
              </a:lnSpc>
              <a:spcBef>
                <a:spcPct val="0"/>
              </a:spcBef>
              <a:spcAft>
                <a:spcPct val="0"/>
              </a:spcAft>
              <a:buClrTx/>
              <a:buSzTx/>
              <a:buFontTx/>
              <a:buNone/>
              <a:defRPr/>
            </a:pPr>
            <a:r>
              <a:rPr kumimoji="1" lang="zh-CN" altLang="en-US" sz="3600" b="0" i="0" u="none" strike="noStrike" kern="1200" cap="none" spc="0" normalizeH="0" baseline="0" noProof="0" dirty="0">
                <a:ln w="0"/>
                <a:solidFill>
                  <a:srgbClr val="FF0000"/>
                </a:solidFill>
                <a:effectLst>
                  <a:outerShdw blurRad="38100" dist="19050" dir="2700000" algn="tl" rotWithShape="0">
                    <a:schemeClr val="dk1">
                      <a:alpha val="40000"/>
                    </a:schemeClr>
                  </a:outerShdw>
                </a:effectLst>
                <a:uLnTx/>
                <a:uFillTx/>
                <a:latin typeface="微软雅黑" panose="020B0503020204020204" pitchFamily="34" charset="-122"/>
                <a:ea typeface="微软雅黑" panose="020B0503020204020204" pitchFamily="34" charset="-122"/>
                <a:cs typeface="+mn-cs"/>
              </a:rPr>
              <a:t>实验样例</a:t>
            </a:r>
            <a:endParaRPr kumimoji="1" lang="zh-CN" altLang="en-US" sz="2800" b="0" i="0" u="none" strike="noStrike" kern="1200" cap="none" spc="0" normalizeH="0" baseline="0" noProof="0" dirty="0">
              <a:ln w="0"/>
              <a:solidFill>
                <a:srgbClr val="003300"/>
              </a:solidFill>
              <a:effectLst>
                <a:outerShdw blurRad="38100" dist="19050" dir="2700000" algn="tl" rotWithShape="0">
                  <a:schemeClr val="dk1">
                    <a:alpha val="40000"/>
                  </a:schemeClr>
                </a:outerShdw>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794" name="图片 1"/>
          <p:cNvPicPr>
            <a:picLocks noChangeAspect="1"/>
          </p:cNvPicPr>
          <p:nvPr/>
        </p:nvPicPr>
        <p:blipFill>
          <a:blip r:embed="rId2"/>
          <a:stretch>
            <a:fillRect/>
          </a:stretch>
        </p:blipFill>
        <p:spPr>
          <a:xfrm>
            <a:off x="5076825" y="1125538"/>
            <a:ext cx="3711575" cy="3017837"/>
          </a:xfrm>
          <a:prstGeom prst="rect">
            <a:avLst/>
          </a:prstGeom>
          <a:noFill/>
          <a:ln w="9525">
            <a:noFill/>
          </a:ln>
        </p:spPr>
      </p:pic>
      <p:sp>
        <p:nvSpPr>
          <p:cNvPr id="33795" name="文本框 3"/>
          <p:cNvSpPr txBox="1"/>
          <p:nvPr/>
        </p:nvSpPr>
        <p:spPr>
          <a:xfrm>
            <a:off x="6011863" y="4159250"/>
            <a:ext cx="2305050" cy="400050"/>
          </a:xfrm>
          <a:prstGeom prst="rect">
            <a:avLst/>
          </a:prstGeom>
          <a:noFill/>
          <a:ln w="9525">
            <a:noFill/>
          </a:ln>
        </p:spPr>
        <p:txBody>
          <a:bodyPr>
            <a:spAutoFit/>
          </a:bodyPr>
          <a:lstStyle/>
          <a:p>
            <a:r>
              <a:rPr lang="en-US" altLang="zh-CN" sz="2000" b="1" dirty="0">
                <a:solidFill>
                  <a:srgbClr val="7030A0"/>
                </a:solidFill>
                <a:latin typeface="微软雅黑" panose="020B0503020204020204" pitchFamily="34" charset="-122"/>
                <a:ea typeface="微软雅黑" panose="020B0503020204020204" pitchFamily="34" charset="-122"/>
              </a:rPr>
              <a:t>10μf</a:t>
            </a:r>
            <a:r>
              <a:rPr lang="zh-CN" altLang="en-US" sz="2000" b="1" dirty="0">
                <a:solidFill>
                  <a:srgbClr val="7030A0"/>
                </a:solidFill>
                <a:latin typeface="微软雅黑" panose="020B0503020204020204" pitchFamily="34" charset="-122"/>
                <a:ea typeface="微软雅黑" panose="020B0503020204020204" pitchFamily="34" charset="-122"/>
              </a:rPr>
              <a:t>滤波效果</a:t>
            </a:r>
          </a:p>
        </p:txBody>
      </p:sp>
      <p:sp>
        <p:nvSpPr>
          <p:cNvPr id="33796" name="矩形 5"/>
          <p:cNvSpPr/>
          <p:nvPr/>
        </p:nvSpPr>
        <p:spPr>
          <a:xfrm>
            <a:off x="2051050" y="188913"/>
            <a:ext cx="3143250" cy="460375"/>
          </a:xfrm>
          <a:prstGeom prst="rect">
            <a:avLst/>
          </a:prstGeom>
          <a:noFill/>
          <a:ln w="9525">
            <a:noFill/>
          </a:ln>
        </p:spPr>
        <p:txBody>
          <a:bodyPr wrap="none">
            <a:spAutoFit/>
          </a:bodyPr>
          <a:lstStyle/>
          <a:p>
            <a:r>
              <a:rPr lang="zh-CN" altLang="en-US" b="1" dirty="0">
                <a:solidFill>
                  <a:srgbClr val="006666"/>
                </a:solidFill>
                <a:latin typeface="微软雅黑" panose="020B0503020204020204" pitchFamily="34" charset="-122"/>
                <a:ea typeface="微软雅黑" panose="020B0503020204020204" pitchFamily="34" charset="-122"/>
              </a:rPr>
              <a:t>仿真实验</a:t>
            </a:r>
            <a:r>
              <a:rPr lang="en-US" altLang="zh-CN" b="1" dirty="0">
                <a:solidFill>
                  <a:srgbClr val="006666"/>
                </a:solidFill>
                <a:latin typeface="微软雅黑" panose="020B0503020204020204" pitchFamily="34" charset="-122"/>
                <a:ea typeface="微软雅黑" panose="020B0503020204020204" pitchFamily="34" charset="-122"/>
              </a:rPr>
              <a:t>3</a:t>
            </a:r>
            <a:r>
              <a:rPr lang="zh-CN" altLang="en-US" b="1" dirty="0">
                <a:solidFill>
                  <a:srgbClr val="006666"/>
                </a:solidFill>
                <a:latin typeface="微软雅黑" panose="020B0503020204020204" pitchFamily="34" charset="-122"/>
                <a:ea typeface="微软雅黑" panose="020B0503020204020204" pitchFamily="34" charset="-122"/>
              </a:rPr>
              <a:t>、电容滤波</a:t>
            </a:r>
            <a:endParaRPr lang="zh-CN" altLang="en-US" dirty="0">
              <a:solidFill>
                <a:srgbClr val="006666"/>
              </a:solidFill>
              <a:latin typeface="Arial" panose="020B0604020202020204" pitchFamily="34" charset="0"/>
            </a:endParaRPr>
          </a:p>
        </p:txBody>
      </p:sp>
      <p:pic>
        <p:nvPicPr>
          <p:cNvPr id="33797" name="图片 6"/>
          <p:cNvPicPr>
            <a:picLocks noChangeAspect="1"/>
          </p:cNvPicPr>
          <p:nvPr/>
        </p:nvPicPr>
        <p:blipFill>
          <a:blip r:embed="rId3"/>
          <a:stretch>
            <a:fillRect/>
          </a:stretch>
        </p:blipFill>
        <p:spPr>
          <a:xfrm>
            <a:off x="263525" y="1130300"/>
            <a:ext cx="4565650" cy="3325813"/>
          </a:xfrm>
          <a:prstGeom prst="rect">
            <a:avLst/>
          </a:prstGeom>
          <a:noFill/>
          <a:ln w="9525">
            <a:noFill/>
          </a:ln>
        </p:spPr>
      </p:pic>
      <p:sp>
        <p:nvSpPr>
          <p:cNvPr id="6" name="Rectangle 66"/>
          <p:cNvSpPr>
            <a:spLocks noChangeArrowheads="1"/>
          </p:cNvSpPr>
          <p:nvPr/>
        </p:nvSpPr>
        <p:spPr bwMode="auto">
          <a:xfrm>
            <a:off x="179388" y="188913"/>
            <a:ext cx="2663825"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lstStyle>
            <a:lvl1pPr marL="342900" indent="-3429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342900" marR="0" lvl="0" indent="-342900" algn="l" defTabSz="914400" rtl="0" eaLnBrk="0" fontAlgn="base" latinLnBrk="0" hangingPunct="0">
              <a:lnSpc>
                <a:spcPct val="100000"/>
              </a:lnSpc>
              <a:spcBef>
                <a:spcPct val="0"/>
              </a:spcBef>
              <a:spcAft>
                <a:spcPct val="0"/>
              </a:spcAft>
              <a:buClrTx/>
              <a:buSzTx/>
              <a:buFontTx/>
              <a:buNone/>
              <a:defRPr/>
            </a:pPr>
            <a:r>
              <a:rPr kumimoji="1" lang="zh-CN" altLang="en-US" sz="3600" b="0" i="0" u="none" strike="noStrike" kern="1200" cap="none" spc="0" normalizeH="0" baseline="0" noProof="0" dirty="0">
                <a:ln w="0"/>
                <a:solidFill>
                  <a:srgbClr val="FF0000"/>
                </a:solidFill>
                <a:effectLst>
                  <a:outerShdw blurRad="38100" dist="19050" dir="2700000" algn="tl" rotWithShape="0">
                    <a:schemeClr val="dk1">
                      <a:alpha val="40000"/>
                    </a:schemeClr>
                  </a:outerShdw>
                </a:effectLst>
                <a:uLnTx/>
                <a:uFillTx/>
                <a:latin typeface="微软雅黑" panose="020B0503020204020204" pitchFamily="34" charset="-122"/>
                <a:ea typeface="微软雅黑" panose="020B0503020204020204" pitchFamily="34" charset="-122"/>
                <a:cs typeface="+mn-cs"/>
              </a:rPr>
              <a:t>实验样例</a:t>
            </a:r>
            <a:endParaRPr kumimoji="1" lang="zh-CN" altLang="en-US" sz="2800" b="0" i="0" u="none" strike="noStrike" kern="1200" cap="none" spc="0" normalizeH="0" baseline="0" noProof="0" dirty="0">
              <a:ln w="0"/>
              <a:solidFill>
                <a:srgbClr val="003300"/>
              </a:solidFill>
              <a:effectLst>
                <a:outerShdw blurRad="38100" dist="19050" dir="2700000" algn="tl" rotWithShape="0">
                  <a:schemeClr val="dk1">
                    <a:alpha val="40000"/>
                  </a:schemeClr>
                </a:outerShdw>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818" name="图片 1"/>
          <p:cNvPicPr>
            <a:picLocks noChangeAspect="1"/>
          </p:cNvPicPr>
          <p:nvPr/>
        </p:nvPicPr>
        <p:blipFill>
          <a:blip r:embed="rId2"/>
          <a:stretch>
            <a:fillRect/>
          </a:stretch>
        </p:blipFill>
        <p:spPr>
          <a:xfrm>
            <a:off x="179388" y="1052513"/>
            <a:ext cx="3941762" cy="3240087"/>
          </a:xfrm>
          <a:prstGeom prst="rect">
            <a:avLst/>
          </a:prstGeom>
          <a:noFill/>
          <a:ln w="9525">
            <a:noFill/>
          </a:ln>
        </p:spPr>
      </p:pic>
      <p:pic>
        <p:nvPicPr>
          <p:cNvPr id="34819" name="图片 2"/>
          <p:cNvPicPr>
            <a:picLocks noChangeAspect="1"/>
          </p:cNvPicPr>
          <p:nvPr/>
        </p:nvPicPr>
        <p:blipFill>
          <a:blip r:embed="rId3"/>
          <a:stretch>
            <a:fillRect/>
          </a:stretch>
        </p:blipFill>
        <p:spPr>
          <a:xfrm>
            <a:off x="4356100" y="1052513"/>
            <a:ext cx="4332288" cy="3240087"/>
          </a:xfrm>
          <a:prstGeom prst="rect">
            <a:avLst/>
          </a:prstGeom>
          <a:noFill/>
          <a:ln w="9525">
            <a:noFill/>
          </a:ln>
        </p:spPr>
      </p:pic>
      <p:sp>
        <p:nvSpPr>
          <p:cNvPr id="34820" name="文本框 3"/>
          <p:cNvSpPr txBox="1"/>
          <p:nvPr/>
        </p:nvSpPr>
        <p:spPr>
          <a:xfrm>
            <a:off x="5508625" y="4559300"/>
            <a:ext cx="2303463" cy="400050"/>
          </a:xfrm>
          <a:prstGeom prst="rect">
            <a:avLst/>
          </a:prstGeom>
          <a:noFill/>
          <a:ln w="9525">
            <a:noFill/>
          </a:ln>
        </p:spPr>
        <p:txBody>
          <a:bodyPr>
            <a:spAutoFit/>
          </a:bodyPr>
          <a:lstStyle/>
          <a:p>
            <a:r>
              <a:rPr lang="en-US" altLang="zh-CN" sz="2000" b="1" dirty="0">
                <a:solidFill>
                  <a:srgbClr val="7030A0"/>
                </a:solidFill>
                <a:latin typeface="微软雅黑" panose="020B0503020204020204" pitchFamily="34" charset="-122"/>
                <a:ea typeface="微软雅黑" panose="020B0503020204020204" pitchFamily="34" charset="-122"/>
              </a:rPr>
              <a:t>1000μf</a:t>
            </a:r>
            <a:r>
              <a:rPr lang="zh-CN" altLang="en-US" sz="2000" b="1" dirty="0">
                <a:solidFill>
                  <a:srgbClr val="7030A0"/>
                </a:solidFill>
                <a:latin typeface="微软雅黑" panose="020B0503020204020204" pitchFamily="34" charset="-122"/>
                <a:ea typeface="微软雅黑" panose="020B0503020204020204" pitchFamily="34" charset="-122"/>
              </a:rPr>
              <a:t>滤波效果</a:t>
            </a:r>
          </a:p>
        </p:txBody>
      </p:sp>
      <p:sp>
        <p:nvSpPr>
          <p:cNvPr id="34821" name="文本框 4"/>
          <p:cNvSpPr txBox="1"/>
          <p:nvPr/>
        </p:nvSpPr>
        <p:spPr>
          <a:xfrm>
            <a:off x="981075" y="4359275"/>
            <a:ext cx="2305050" cy="400050"/>
          </a:xfrm>
          <a:prstGeom prst="rect">
            <a:avLst/>
          </a:prstGeom>
          <a:noFill/>
          <a:ln w="9525">
            <a:noFill/>
          </a:ln>
        </p:spPr>
        <p:txBody>
          <a:bodyPr>
            <a:spAutoFit/>
          </a:bodyPr>
          <a:lstStyle/>
          <a:p>
            <a:r>
              <a:rPr lang="en-US" altLang="zh-CN" sz="2000" b="1" dirty="0">
                <a:solidFill>
                  <a:srgbClr val="7030A0"/>
                </a:solidFill>
                <a:latin typeface="微软雅黑" panose="020B0503020204020204" pitchFamily="34" charset="-122"/>
                <a:ea typeface="微软雅黑" panose="020B0503020204020204" pitchFamily="34" charset="-122"/>
              </a:rPr>
              <a:t>100μf</a:t>
            </a:r>
            <a:r>
              <a:rPr lang="zh-CN" altLang="en-US" sz="2000" b="1" dirty="0">
                <a:solidFill>
                  <a:srgbClr val="7030A0"/>
                </a:solidFill>
                <a:latin typeface="微软雅黑" panose="020B0503020204020204" pitchFamily="34" charset="-122"/>
                <a:ea typeface="微软雅黑" panose="020B0503020204020204" pitchFamily="34" charset="-122"/>
              </a:rPr>
              <a:t>滤波效果</a:t>
            </a:r>
          </a:p>
        </p:txBody>
      </p:sp>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矩形 2"/>
          <p:cNvSpPr/>
          <p:nvPr/>
        </p:nvSpPr>
        <p:spPr>
          <a:xfrm>
            <a:off x="2163763" y="188913"/>
            <a:ext cx="3786187" cy="460375"/>
          </a:xfrm>
          <a:prstGeom prst="rect">
            <a:avLst/>
          </a:prstGeom>
          <a:noFill/>
          <a:ln w="9525">
            <a:noFill/>
          </a:ln>
        </p:spPr>
        <p:txBody>
          <a:bodyPr wrap="none">
            <a:spAutoFit/>
          </a:bodyPr>
          <a:lstStyle/>
          <a:p>
            <a:r>
              <a:rPr lang="zh-CN" altLang="en-US" b="1" dirty="0">
                <a:solidFill>
                  <a:srgbClr val="006666"/>
                </a:solidFill>
                <a:latin typeface="微软雅黑" panose="020B0503020204020204" pitchFamily="34" charset="-122"/>
                <a:ea typeface="微软雅黑" panose="020B0503020204020204" pitchFamily="34" charset="-122"/>
              </a:rPr>
              <a:t>仿真实验</a:t>
            </a:r>
            <a:r>
              <a:rPr lang="en-US" altLang="zh-CN" b="1" dirty="0">
                <a:solidFill>
                  <a:srgbClr val="006666"/>
                </a:solidFill>
                <a:latin typeface="微软雅黑" panose="020B0503020204020204" pitchFamily="34" charset="-122"/>
                <a:ea typeface="微软雅黑" panose="020B0503020204020204" pitchFamily="34" charset="-122"/>
              </a:rPr>
              <a:t>4</a:t>
            </a:r>
            <a:r>
              <a:rPr lang="zh-CN" altLang="en-US" b="1" dirty="0">
                <a:solidFill>
                  <a:srgbClr val="006666"/>
                </a:solidFill>
                <a:latin typeface="微软雅黑" panose="020B0503020204020204" pitchFamily="34" charset="-122"/>
                <a:ea typeface="微软雅黑" panose="020B0503020204020204" pitchFamily="34" charset="-122"/>
              </a:rPr>
              <a:t>、</a:t>
            </a:r>
            <a:r>
              <a:rPr lang="en-US" altLang="zh-CN" b="1" dirty="0">
                <a:solidFill>
                  <a:srgbClr val="006666"/>
                </a:solidFill>
                <a:latin typeface="微软雅黑" panose="020B0503020204020204" pitchFamily="34" charset="-122"/>
                <a:ea typeface="微软雅黑" panose="020B0503020204020204" pitchFamily="34" charset="-122"/>
              </a:rPr>
              <a:t>+5V</a:t>
            </a:r>
            <a:r>
              <a:rPr lang="zh-CN" altLang="en-US" b="1" dirty="0">
                <a:solidFill>
                  <a:srgbClr val="006666"/>
                </a:solidFill>
                <a:latin typeface="微软雅黑" panose="020B0503020204020204" pitchFamily="34" charset="-122"/>
                <a:ea typeface="微软雅黑" panose="020B0503020204020204" pitchFamily="34" charset="-122"/>
              </a:rPr>
              <a:t>稳压电源</a:t>
            </a:r>
            <a:endParaRPr lang="zh-CN" altLang="en-US" dirty="0">
              <a:solidFill>
                <a:srgbClr val="006666"/>
              </a:solidFill>
              <a:latin typeface="Arial" panose="020B0604020202020204" pitchFamily="34" charset="0"/>
            </a:endParaRPr>
          </a:p>
        </p:txBody>
      </p:sp>
      <p:pic>
        <p:nvPicPr>
          <p:cNvPr id="35843" name="图片 5"/>
          <p:cNvPicPr>
            <a:picLocks noChangeAspect="1"/>
          </p:cNvPicPr>
          <p:nvPr/>
        </p:nvPicPr>
        <p:blipFill>
          <a:blip r:embed="rId2"/>
          <a:stretch>
            <a:fillRect/>
          </a:stretch>
        </p:blipFill>
        <p:spPr>
          <a:xfrm>
            <a:off x="49213" y="908050"/>
            <a:ext cx="5072062" cy="2860675"/>
          </a:xfrm>
          <a:prstGeom prst="rect">
            <a:avLst/>
          </a:prstGeom>
          <a:noFill/>
          <a:ln w="9525">
            <a:noFill/>
          </a:ln>
        </p:spPr>
      </p:pic>
      <p:pic>
        <p:nvPicPr>
          <p:cNvPr id="35844" name="图片 6"/>
          <p:cNvPicPr>
            <a:picLocks noChangeAspect="1"/>
          </p:cNvPicPr>
          <p:nvPr/>
        </p:nvPicPr>
        <p:blipFill>
          <a:blip r:embed="rId3"/>
          <a:stretch>
            <a:fillRect/>
          </a:stretch>
        </p:blipFill>
        <p:spPr>
          <a:xfrm>
            <a:off x="4783138" y="2781300"/>
            <a:ext cx="4116387" cy="3384550"/>
          </a:xfrm>
          <a:prstGeom prst="rect">
            <a:avLst/>
          </a:prstGeom>
          <a:noFill/>
          <a:ln w="9525">
            <a:noFill/>
          </a:ln>
        </p:spPr>
      </p:pic>
      <p:sp>
        <p:nvSpPr>
          <p:cNvPr id="5" name="Rectangle 66"/>
          <p:cNvSpPr>
            <a:spLocks noChangeArrowheads="1"/>
          </p:cNvSpPr>
          <p:nvPr/>
        </p:nvSpPr>
        <p:spPr bwMode="auto">
          <a:xfrm>
            <a:off x="79375" y="180975"/>
            <a:ext cx="2663825"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lstStyle>
            <a:lvl1pPr marL="342900" indent="-3429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342900" marR="0" lvl="0" indent="-342900" algn="l" defTabSz="914400" rtl="0" eaLnBrk="0" fontAlgn="base" latinLnBrk="0" hangingPunct="0">
              <a:lnSpc>
                <a:spcPct val="100000"/>
              </a:lnSpc>
              <a:spcBef>
                <a:spcPct val="0"/>
              </a:spcBef>
              <a:spcAft>
                <a:spcPct val="0"/>
              </a:spcAft>
              <a:buClrTx/>
              <a:buSzTx/>
              <a:buFontTx/>
              <a:buNone/>
              <a:defRPr/>
            </a:pPr>
            <a:r>
              <a:rPr kumimoji="1" lang="zh-CN" altLang="en-US" sz="3600" b="0" i="0" u="none" strike="noStrike" kern="1200" cap="none" spc="0" normalizeH="0" baseline="0" noProof="0" dirty="0">
                <a:ln w="0"/>
                <a:solidFill>
                  <a:srgbClr val="FF0000"/>
                </a:solidFill>
                <a:effectLst>
                  <a:outerShdw blurRad="38100" dist="19050" dir="2700000" algn="tl" rotWithShape="0">
                    <a:schemeClr val="dk1">
                      <a:alpha val="40000"/>
                    </a:schemeClr>
                  </a:outerShdw>
                </a:effectLst>
                <a:uLnTx/>
                <a:uFillTx/>
                <a:latin typeface="微软雅黑" panose="020B0503020204020204" pitchFamily="34" charset="-122"/>
                <a:ea typeface="微软雅黑" panose="020B0503020204020204" pitchFamily="34" charset="-122"/>
                <a:cs typeface="+mn-cs"/>
              </a:rPr>
              <a:t>实验样例</a:t>
            </a:r>
            <a:endParaRPr kumimoji="1" lang="zh-CN" altLang="en-US" sz="2800" b="0" i="0" u="none" strike="noStrike" kern="1200" cap="none" spc="0" normalizeH="0" baseline="0" noProof="0" dirty="0">
              <a:ln w="0"/>
              <a:solidFill>
                <a:srgbClr val="003300"/>
              </a:solidFill>
              <a:effectLst>
                <a:outerShdw blurRad="38100" dist="19050" dir="2700000" algn="tl" rotWithShape="0">
                  <a:schemeClr val="dk1">
                    <a:alpha val="40000"/>
                  </a:schemeClr>
                </a:outerShdw>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6462E025-988B-4903-9A6C-049DDB17AEA0}"/>
              </a:ext>
            </a:extLst>
          </p:cNvPr>
          <p:cNvSpPr txBox="1"/>
          <p:nvPr/>
        </p:nvSpPr>
        <p:spPr>
          <a:xfrm>
            <a:off x="1257823" y="2204864"/>
            <a:ext cx="6628353" cy="2308324"/>
          </a:xfrm>
          <a:prstGeom prst="rect">
            <a:avLst/>
          </a:prstGeom>
          <a:noFill/>
        </p:spPr>
        <p:txBody>
          <a:bodyPr wrap="square" rtlCol="0">
            <a:spAutoFit/>
          </a:bodyPr>
          <a:lstStyle/>
          <a:p>
            <a:pPr marL="540000" indent="-540000"/>
            <a:r>
              <a:rPr lang="zh-CN" altLang="en-US" sz="1800" b="1" dirty="0">
                <a:solidFill>
                  <a:srgbClr val="002060"/>
                </a:solidFill>
                <a:latin typeface="华文中宋" panose="02010600040101010101" pitchFamily="2" charset="-122"/>
                <a:cs typeface="Times New Roman" panose="02020603050405020304" pitchFamily="18" charset="0"/>
              </a:rPr>
              <a:t>思考题</a:t>
            </a:r>
            <a:endParaRPr lang="en-US" altLang="zh-CN" sz="1800" b="1" dirty="0">
              <a:solidFill>
                <a:srgbClr val="002060"/>
              </a:solidFill>
              <a:latin typeface="华文中宋" panose="02010600040101010101" pitchFamily="2" charset="-122"/>
              <a:cs typeface="Times New Roman" panose="02020603050405020304" pitchFamily="18" charset="0"/>
            </a:endParaRPr>
          </a:p>
          <a:p>
            <a:r>
              <a:rPr lang="en-US" altLang="zh-CN" sz="1800" dirty="0"/>
              <a:t>1</a:t>
            </a:r>
            <a:r>
              <a:rPr lang="zh-CN" altLang="en-US" sz="1800" dirty="0"/>
              <a:t>、在基于</a:t>
            </a:r>
            <a:r>
              <a:rPr lang="en-US" altLang="zh-CN" sz="1800" dirty="0"/>
              <a:t>Multisim</a:t>
            </a:r>
            <a:r>
              <a:rPr lang="zh-CN" altLang="en-US" sz="1800" dirty="0"/>
              <a:t>设计直流稳压电源的过程中，若输入交流电压幅值保持不变，但负载电阻</a:t>
            </a:r>
            <a:r>
              <a:rPr lang="zh-CN" altLang="en-US" sz="1800"/>
              <a:t>逐渐减小，</a:t>
            </a:r>
            <a:r>
              <a:rPr lang="zh-CN" altLang="en-US" sz="1800" dirty="0"/>
              <a:t>请分析输出电压纹波和稳压性能会发生怎样的变化？试结合整流、滤波与稳压电路的工作原理进行解释。 </a:t>
            </a:r>
          </a:p>
          <a:p>
            <a:r>
              <a:rPr lang="en-US" altLang="zh-CN" sz="1800" dirty="0"/>
              <a:t>2</a:t>
            </a:r>
            <a:r>
              <a:rPr lang="zh-CN" altLang="en-US" sz="1800" dirty="0"/>
              <a:t>、在</a:t>
            </a:r>
            <a:r>
              <a:rPr lang="en-US" altLang="zh-CN" sz="1800" dirty="0"/>
              <a:t>Multisim</a:t>
            </a:r>
            <a:r>
              <a:rPr lang="zh-CN" altLang="en-US" sz="1800" dirty="0"/>
              <a:t>中分别搭建半波整流电路和桥式全波整流电路，对比两者的输出波形、平均输出电压及纹波大小。思考为什么实际电源设计中更常采用桥式整流电路？其优缺点分别是什么？</a:t>
            </a:r>
          </a:p>
        </p:txBody>
      </p:sp>
    </p:spTree>
    <p:extLst>
      <p:ext uri="{BB962C8B-B14F-4D97-AF65-F5344CB8AC3E}">
        <p14:creationId xmlns:p14="http://schemas.microsoft.com/office/powerpoint/2010/main" val="2039390507"/>
      </p:ext>
    </p:extLst>
  </p:cSld>
  <p:clrMapOvr>
    <a:masterClrMapping/>
  </p:clrMapOvr>
  <p:transition/>
</p:sld>
</file>

<file path=ppt/theme/theme1.xml><?xml version="1.0" encoding="utf-8"?>
<a:theme xmlns:a="http://schemas.openxmlformats.org/drawingml/2006/main" name="古瓶荷花">
  <a:themeElements>
    <a:clrScheme name="古瓶荷花 1">
      <a:dk1>
        <a:srgbClr val="0033CC"/>
      </a:dk1>
      <a:lt1>
        <a:srgbClr val="FFFFFF"/>
      </a:lt1>
      <a:dk2>
        <a:srgbClr val="007572"/>
      </a:dk2>
      <a:lt2>
        <a:srgbClr val="C0C0C0"/>
      </a:lt2>
      <a:accent1>
        <a:srgbClr val="CCECFF"/>
      </a:accent1>
      <a:accent2>
        <a:srgbClr val="3399FF"/>
      </a:accent2>
      <a:accent3>
        <a:srgbClr val="FFFFFF"/>
      </a:accent3>
      <a:accent4>
        <a:srgbClr val="002AAE"/>
      </a:accent4>
      <a:accent5>
        <a:srgbClr val="E2F4FF"/>
      </a:accent5>
      <a:accent6>
        <a:srgbClr val="2D8AE7"/>
      </a:accent6>
      <a:hlink>
        <a:srgbClr val="CC0066"/>
      </a:hlink>
      <a:folHlink>
        <a:srgbClr val="7D7DA9"/>
      </a:folHlink>
    </a:clrScheme>
    <a:fontScheme name="古瓶荷花">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古瓶荷花 1">
        <a:dk1>
          <a:srgbClr val="0033CC"/>
        </a:dk1>
        <a:lt1>
          <a:srgbClr val="FFFFFF"/>
        </a:lt1>
        <a:dk2>
          <a:srgbClr val="007572"/>
        </a:dk2>
        <a:lt2>
          <a:srgbClr val="C0C0C0"/>
        </a:lt2>
        <a:accent1>
          <a:srgbClr val="CCECFF"/>
        </a:accent1>
        <a:accent2>
          <a:srgbClr val="3399FF"/>
        </a:accent2>
        <a:accent3>
          <a:srgbClr val="FFFFFF"/>
        </a:accent3>
        <a:accent4>
          <a:srgbClr val="002AAE"/>
        </a:accent4>
        <a:accent5>
          <a:srgbClr val="E2F4FF"/>
        </a:accent5>
        <a:accent6>
          <a:srgbClr val="2D8AE7"/>
        </a:accent6>
        <a:hlink>
          <a:srgbClr val="CC0066"/>
        </a:hlink>
        <a:folHlink>
          <a:srgbClr val="7D7DA9"/>
        </a:folHlink>
      </a:clrScheme>
      <a:clrMap bg1="lt1" tx1="dk1" bg2="lt2" tx2="dk2" accent1="accent1" accent2="accent2" accent3="accent3" accent4="accent4" accent5="accent5" accent6="accent6" hlink="hlink" folHlink="folHlink"/>
    </a:extraClrScheme>
    <a:extraClrScheme>
      <a:clrScheme name="古瓶荷花 2">
        <a:dk1>
          <a:srgbClr val="007A77"/>
        </a:dk1>
        <a:lt1>
          <a:srgbClr val="EFF6EE"/>
        </a:lt1>
        <a:dk2>
          <a:srgbClr val="0066CC"/>
        </a:dk2>
        <a:lt2>
          <a:srgbClr val="C0C0C0"/>
        </a:lt2>
        <a:accent1>
          <a:srgbClr val="E7EEE6"/>
        </a:accent1>
        <a:accent2>
          <a:srgbClr val="FF9933"/>
        </a:accent2>
        <a:accent3>
          <a:srgbClr val="F6FAF5"/>
        </a:accent3>
        <a:accent4>
          <a:srgbClr val="006765"/>
        </a:accent4>
        <a:accent5>
          <a:srgbClr val="F1F5F0"/>
        </a:accent5>
        <a:accent6>
          <a:srgbClr val="E78A2D"/>
        </a:accent6>
        <a:hlink>
          <a:srgbClr val="636395"/>
        </a:hlink>
        <a:folHlink>
          <a:srgbClr val="CC3300"/>
        </a:folHlink>
      </a:clrScheme>
      <a:clrMap bg1="lt1" tx1="dk1" bg2="lt2" tx2="dk2" accent1="accent1" accent2="accent2" accent3="accent3" accent4="accent4" accent5="accent5" accent6="accent6" hlink="hlink" folHlink="folHlink"/>
    </a:extraClrScheme>
    <a:extraClrScheme>
      <a:clrScheme name="古瓶荷花 3">
        <a:dk1>
          <a:srgbClr val="000000"/>
        </a:dk1>
        <a:lt1>
          <a:srgbClr val="CCFFCC"/>
        </a:lt1>
        <a:dk2>
          <a:srgbClr val="E88A00"/>
        </a:dk2>
        <a:lt2>
          <a:srgbClr val="C0C0C0"/>
        </a:lt2>
        <a:accent1>
          <a:srgbClr val="CCECFF"/>
        </a:accent1>
        <a:accent2>
          <a:srgbClr val="336600"/>
        </a:accent2>
        <a:accent3>
          <a:srgbClr val="E2FFE2"/>
        </a:accent3>
        <a:accent4>
          <a:srgbClr val="000000"/>
        </a:accent4>
        <a:accent5>
          <a:srgbClr val="E2F4FF"/>
        </a:accent5>
        <a:accent6>
          <a:srgbClr val="2D5C00"/>
        </a:accent6>
        <a:hlink>
          <a:srgbClr val="3333CC"/>
        </a:hlink>
        <a:folHlink>
          <a:srgbClr val="3399FF"/>
        </a:folHlink>
      </a:clrScheme>
      <a:clrMap bg1="lt1" tx1="dk1" bg2="lt2" tx2="dk2" accent1="accent1" accent2="accent2" accent3="accent3" accent4="accent4" accent5="accent5" accent6="accent6" hlink="hlink" folHlink="folHlink"/>
    </a:extraClrScheme>
    <a:extraClrScheme>
      <a:clrScheme name="古瓶荷花 4">
        <a:dk1>
          <a:srgbClr val="000000"/>
        </a:dk1>
        <a:lt1>
          <a:srgbClr val="FFFFCC"/>
        </a:lt1>
        <a:dk2>
          <a:srgbClr val="CC3300"/>
        </a:dk2>
        <a:lt2>
          <a:srgbClr val="C0C0C0"/>
        </a:lt2>
        <a:accent1>
          <a:srgbClr val="FFFFCC"/>
        </a:accent1>
        <a:accent2>
          <a:srgbClr val="339933"/>
        </a:accent2>
        <a:accent3>
          <a:srgbClr val="FFFFE2"/>
        </a:accent3>
        <a:accent4>
          <a:srgbClr val="000000"/>
        </a:accent4>
        <a:accent5>
          <a:srgbClr val="FFFFE2"/>
        </a:accent5>
        <a:accent6>
          <a:srgbClr val="2D8A2D"/>
        </a:accent6>
        <a:hlink>
          <a:srgbClr val="0066FF"/>
        </a:hlink>
        <a:folHlink>
          <a:srgbClr val="6F6F9F"/>
        </a:folHlink>
      </a:clrScheme>
      <a:clrMap bg1="lt1" tx1="dk1" bg2="lt2" tx2="dk2" accent1="accent1" accent2="accent2" accent3="accent3" accent4="accent4" accent5="accent5" accent6="accent6" hlink="hlink" folHlink="folHlink"/>
    </a:extraClrScheme>
    <a:extraClrScheme>
      <a:clrScheme name="古瓶荷花 5">
        <a:dk1>
          <a:srgbClr val="636395"/>
        </a:dk1>
        <a:lt1>
          <a:srgbClr val="FFE2C5"/>
        </a:lt1>
        <a:dk2>
          <a:srgbClr val="000000"/>
        </a:dk2>
        <a:lt2>
          <a:srgbClr val="C0C0C0"/>
        </a:lt2>
        <a:accent1>
          <a:srgbClr val="FFE1E1"/>
        </a:accent1>
        <a:accent2>
          <a:srgbClr val="FF9933"/>
        </a:accent2>
        <a:accent3>
          <a:srgbClr val="FFEEDF"/>
        </a:accent3>
        <a:accent4>
          <a:srgbClr val="53537E"/>
        </a:accent4>
        <a:accent5>
          <a:srgbClr val="FFEEEE"/>
        </a:accent5>
        <a:accent6>
          <a:srgbClr val="E78A2D"/>
        </a:accent6>
        <a:hlink>
          <a:srgbClr val="008080"/>
        </a:hlink>
        <a:folHlink>
          <a:srgbClr val="3399FF"/>
        </a:folHlink>
      </a:clrScheme>
      <a:clrMap bg1="lt1" tx1="dk1" bg2="lt2" tx2="dk2" accent1="accent1" accent2="accent2" accent3="accent3" accent4="accent4" accent5="accent5" accent6="accent6" hlink="hlink" folHlink="folHlink"/>
    </a:extraClrScheme>
    <a:extraClrScheme>
      <a:clrScheme name="古瓶荷花 6">
        <a:dk1>
          <a:srgbClr val="626292"/>
        </a:dk1>
        <a:lt1>
          <a:srgbClr val="CCECFF"/>
        </a:lt1>
        <a:dk2>
          <a:srgbClr val="3333CC"/>
        </a:dk2>
        <a:lt2>
          <a:srgbClr val="C0C0C0"/>
        </a:lt2>
        <a:accent1>
          <a:srgbClr val="D9F1FF"/>
        </a:accent1>
        <a:accent2>
          <a:srgbClr val="FF9900"/>
        </a:accent2>
        <a:accent3>
          <a:srgbClr val="E2F4FF"/>
        </a:accent3>
        <a:accent4>
          <a:srgbClr val="53537C"/>
        </a:accent4>
        <a:accent5>
          <a:srgbClr val="E9F7FF"/>
        </a:accent5>
        <a:accent6>
          <a:srgbClr val="E78A00"/>
        </a:accent6>
        <a:hlink>
          <a:srgbClr val="CC0066"/>
        </a:hlink>
        <a:folHlink>
          <a:srgbClr val="009999"/>
        </a:folHlink>
      </a:clrScheme>
      <a:clrMap bg1="lt1" tx1="dk1" bg2="lt2" tx2="dk2" accent1="accent1" accent2="accent2" accent3="accent3" accent4="accent4" accent5="accent5" accent6="accent6" hlink="hlink" folHlink="folHlink"/>
    </a:extraClrScheme>
    <a:extraClrScheme>
      <a:clrScheme name="古瓶荷花 7">
        <a:dk1>
          <a:srgbClr val="0066CC"/>
        </a:dk1>
        <a:lt1>
          <a:srgbClr val="FFE1E1"/>
        </a:lt1>
        <a:dk2>
          <a:srgbClr val="006600"/>
        </a:dk2>
        <a:lt2>
          <a:srgbClr val="C0C0C0"/>
        </a:lt2>
        <a:accent1>
          <a:srgbClr val="FFFFCC"/>
        </a:accent1>
        <a:accent2>
          <a:srgbClr val="009999"/>
        </a:accent2>
        <a:accent3>
          <a:srgbClr val="FFEEEE"/>
        </a:accent3>
        <a:accent4>
          <a:srgbClr val="0056AE"/>
        </a:accent4>
        <a:accent5>
          <a:srgbClr val="FFFFE2"/>
        </a:accent5>
        <a:accent6>
          <a:srgbClr val="008A8A"/>
        </a:accent6>
        <a:hlink>
          <a:srgbClr val="EC0000"/>
        </a:hlink>
        <a:folHlink>
          <a:srgbClr val="0099FF"/>
        </a:folHlink>
      </a:clrScheme>
      <a:clrMap bg1="lt1" tx1="dk1" bg2="lt2" tx2="dk2" accent1="accent1" accent2="accent2" accent3="accent3" accent4="accent4" accent5="accent5" accent6="accent6" hlink="hlink" folHlink="folHlink"/>
    </a:extraClrScheme>
    <a:extraClrScheme>
      <a:clrScheme name="古瓶荷花 8">
        <a:dk1>
          <a:srgbClr val="292929"/>
        </a:dk1>
        <a:lt1>
          <a:srgbClr val="DDDDDD"/>
        </a:lt1>
        <a:dk2>
          <a:srgbClr val="0066CC"/>
        </a:dk2>
        <a:lt2>
          <a:srgbClr val="B2B2B2"/>
        </a:lt2>
        <a:accent1>
          <a:srgbClr val="CACADC"/>
        </a:accent1>
        <a:accent2>
          <a:srgbClr val="FFCC00"/>
        </a:accent2>
        <a:accent3>
          <a:srgbClr val="EBEBEB"/>
        </a:accent3>
        <a:accent4>
          <a:srgbClr val="212121"/>
        </a:accent4>
        <a:accent5>
          <a:srgbClr val="E1E1EB"/>
        </a:accent5>
        <a:accent6>
          <a:srgbClr val="E7B900"/>
        </a:accent6>
        <a:hlink>
          <a:srgbClr val="008080"/>
        </a:hlink>
        <a:folHlink>
          <a:srgbClr val="7D7DA9"/>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CDESIGNK</Template>
  <TotalTime>3</TotalTime>
  <Words>1379</Words>
  <Application>Microsoft Office PowerPoint</Application>
  <PresentationFormat>全屏显示(4:3)</PresentationFormat>
  <Paragraphs>217</Paragraphs>
  <Slides>25</Slides>
  <Notes>7</Notes>
  <HiddenSlides>0</HiddenSlides>
  <MMClips>0</MMClips>
  <ScaleCrop>false</ScaleCrop>
  <HeadingPairs>
    <vt:vector size="8" baseType="variant">
      <vt:variant>
        <vt:lpstr>已用的字体</vt:lpstr>
      </vt:variant>
      <vt:variant>
        <vt:i4>11</vt:i4>
      </vt:variant>
      <vt:variant>
        <vt:lpstr>主题</vt:lpstr>
      </vt:variant>
      <vt:variant>
        <vt:i4>1</vt:i4>
      </vt:variant>
      <vt:variant>
        <vt:lpstr>嵌入 OLE 服务器</vt:lpstr>
      </vt:variant>
      <vt:variant>
        <vt:i4>3</vt:i4>
      </vt:variant>
      <vt:variant>
        <vt:lpstr>幻灯片标题</vt:lpstr>
      </vt:variant>
      <vt:variant>
        <vt:i4>25</vt:i4>
      </vt:variant>
    </vt:vector>
  </HeadingPairs>
  <TitlesOfParts>
    <vt:vector size="40" baseType="lpstr">
      <vt:lpstr>PingFang SC</vt:lpstr>
      <vt:lpstr>华文隶书</vt:lpstr>
      <vt:lpstr>华文宋体</vt:lpstr>
      <vt:lpstr>华文中宋</vt:lpstr>
      <vt:lpstr>楷体_GB2312</vt:lpstr>
      <vt:lpstr>宋体</vt:lpstr>
      <vt:lpstr>微软雅黑</vt:lpstr>
      <vt:lpstr>Arial</vt:lpstr>
      <vt:lpstr>Calibri</vt:lpstr>
      <vt:lpstr>Times New Roman</vt:lpstr>
      <vt:lpstr>Wingdings</vt:lpstr>
      <vt:lpstr>古瓶荷花</vt:lpstr>
      <vt:lpstr>Paintbrush Picture</vt:lpstr>
      <vt:lpstr>MathType 7.0 Equation</vt:lpstr>
      <vt:lpstr>Equation.3</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大学物理实验</dc:title>
  <dc:creator>User</dc:creator>
  <cp:lastModifiedBy>HP</cp:lastModifiedBy>
  <cp:revision>212</cp:revision>
  <dcterms:created xsi:type="dcterms:W3CDTF">2007-03-01T02:00:05Z</dcterms:created>
  <dcterms:modified xsi:type="dcterms:W3CDTF">2026-05-20T00:46:04Z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2290C30AB38B43FEB5481C174E98A7DC_12</vt:lpwstr>
  </property>
  <property fmtid="{D5CDD505-2E9C-101B-9397-08002B2CF9AE}" pid="3" name="KSOProductBuildVer">
    <vt:lpwstr>2052-12.1.0.26375</vt:lpwstr>
  </property>
</Properties>
</file>